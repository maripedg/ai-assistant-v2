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9" r:id="rId5"/>
    <p:sldMasterId id="2147483756" r:id="rId6"/>
  </p:sldMasterIdLst>
  <p:notesMasterIdLst>
    <p:notesMasterId r:id="rId60"/>
  </p:notesMasterIdLst>
  <p:handoutMasterIdLst>
    <p:handoutMasterId r:id="rId61"/>
  </p:handoutMasterIdLst>
  <p:sldIdLst>
    <p:sldId id="1254" r:id="rId7"/>
    <p:sldId id="715" r:id="rId8"/>
    <p:sldId id="857" r:id="rId9"/>
    <p:sldId id="1255" r:id="rId10"/>
    <p:sldId id="1259" r:id="rId11"/>
    <p:sldId id="1261" r:id="rId12"/>
    <p:sldId id="1263" r:id="rId13"/>
    <p:sldId id="1297" r:id="rId14"/>
    <p:sldId id="1298" r:id="rId15"/>
    <p:sldId id="1299" r:id="rId16"/>
    <p:sldId id="1300" r:id="rId17"/>
    <p:sldId id="1301" r:id="rId18"/>
    <p:sldId id="1302" r:id="rId19"/>
    <p:sldId id="1303" r:id="rId20"/>
    <p:sldId id="1304" r:id="rId21"/>
    <p:sldId id="1305" r:id="rId22"/>
    <p:sldId id="1306" r:id="rId23"/>
    <p:sldId id="1307" r:id="rId24"/>
    <p:sldId id="1308" r:id="rId25"/>
    <p:sldId id="1310" r:id="rId26"/>
    <p:sldId id="1326" r:id="rId27"/>
    <p:sldId id="1309" r:id="rId28"/>
    <p:sldId id="1311" r:id="rId29"/>
    <p:sldId id="1312" r:id="rId30"/>
    <p:sldId id="1313" r:id="rId31"/>
    <p:sldId id="1314" r:id="rId32"/>
    <p:sldId id="1315" r:id="rId33"/>
    <p:sldId id="1316" r:id="rId34"/>
    <p:sldId id="1317" r:id="rId35"/>
    <p:sldId id="1318" r:id="rId36"/>
    <p:sldId id="1319" r:id="rId37"/>
    <p:sldId id="1320" r:id="rId38"/>
    <p:sldId id="1321" r:id="rId39"/>
    <p:sldId id="1974" r:id="rId40"/>
    <p:sldId id="1977" r:id="rId41"/>
    <p:sldId id="1979" r:id="rId42"/>
    <p:sldId id="1978" r:id="rId43"/>
    <p:sldId id="1327" r:id="rId44"/>
    <p:sldId id="1280" r:id="rId45"/>
    <p:sldId id="1283" r:id="rId46"/>
    <p:sldId id="1292" r:id="rId47"/>
    <p:sldId id="1293" r:id="rId48"/>
    <p:sldId id="1294" r:id="rId49"/>
    <p:sldId id="1295" r:id="rId50"/>
    <p:sldId id="1296" r:id="rId51"/>
    <p:sldId id="1284" r:id="rId52"/>
    <p:sldId id="1322" r:id="rId53"/>
    <p:sldId id="1323" r:id="rId54"/>
    <p:sldId id="1324" r:id="rId55"/>
    <p:sldId id="1325" r:id="rId56"/>
    <p:sldId id="1291" r:id="rId57"/>
    <p:sldId id="1285" r:id="rId58"/>
    <p:sldId id="550" r:id="rId59"/>
  </p:sldIdLst>
  <p:sldSz cx="12188825" cy="6858000"/>
  <p:notesSz cx="7010400" cy="9223375"/>
  <p:custDataLst>
    <p:tags r:id="rId6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E654B89-62AD-4E99-980D-6B0F7F219387}">
          <p14:sldIdLst>
            <p14:sldId id="1254"/>
            <p14:sldId id="715"/>
            <p14:sldId id="857"/>
            <p14:sldId id="1255"/>
            <p14:sldId id="1259"/>
            <p14:sldId id="1261"/>
            <p14:sldId id="1263"/>
            <p14:sldId id="1297"/>
            <p14:sldId id="1298"/>
            <p14:sldId id="1299"/>
            <p14:sldId id="1300"/>
            <p14:sldId id="1301"/>
            <p14:sldId id="1302"/>
            <p14:sldId id="1303"/>
            <p14:sldId id="1304"/>
            <p14:sldId id="1305"/>
            <p14:sldId id="1306"/>
            <p14:sldId id="1307"/>
            <p14:sldId id="1308"/>
            <p14:sldId id="1310"/>
            <p14:sldId id="1326"/>
            <p14:sldId id="1309"/>
            <p14:sldId id="1311"/>
            <p14:sldId id="1312"/>
            <p14:sldId id="1313"/>
            <p14:sldId id="1314"/>
            <p14:sldId id="1315"/>
            <p14:sldId id="1316"/>
            <p14:sldId id="1317"/>
            <p14:sldId id="1318"/>
            <p14:sldId id="1319"/>
            <p14:sldId id="1320"/>
            <p14:sldId id="1321"/>
            <p14:sldId id="1974"/>
            <p14:sldId id="1977"/>
            <p14:sldId id="1979"/>
            <p14:sldId id="1978"/>
            <p14:sldId id="1327"/>
            <p14:sldId id="1280"/>
            <p14:sldId id="1283"/>
            <p14:sldId id="1292"/>
            <p14:sldId id="1293"/>
            <p14:sldId id="1294"/>
            <p14:sldId id="1295"/>
            <p14:sldId id="1296"/>
            <p14:sldId id="1284"/>
            <p14:sldId id="1322"/>
            <p14:sldId id="1323"/>
            <p14:sldId id="1324"/>
            <p14:sldId id="1325"/>
            <p14:sldId id="1291"/>
            <p14:sldId id="1285"/>
            <p14:sldId id="550"/>
          </p14:sldIdLst>
        </p14:section>
      </p14:sectionLst>
    </p:ext>
    <p:ext uri="{EFAFB233-063F-42B5-8137-9DF3F51BA10A}">
      <p15:sldGuideLst xmlns:p15="http://schemas.microsoft.com/office/powerpoint/2012/main">
        <p15:guide id="1" orient="horz" pos="2160">
          <p15:clr>
            <a:srgbClr val="A4A3A4"/>
          </p15:clr>
        </p15:guide>
        <p15:guide id="7" pos="335">
          <p15:clr>
            <a:srgbClr val="A4A3A4"/>
          </p15:clr>
        </p15:guide>
      </p15:sldGuideLst>
    </p:ext>
    <p:ext uri="{2D200454-40CA-4A62-9FC3-DE9A4176ACB9}">
      <p15:notesGuideLst xmlns:p15="http://schemas.microsoft.com/office/powerpoint/2012/main">
        <p15:guide id="1" orient="horz" pos="2905"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comeau" initials="m" lastIdx="6" clrIdx="0"/>
  <p:cmAuthor id="7" name="skarutur" initials="s" lastIdx="20" clrIdx="5">
    <p:extLst>
      <p:ext uri="{19B8F6BF-5375-455C-9EA6-DF929625EA0E}">
        <p15:presenceInfo xmlns:p15="http://schemas.microsoft.com/office/powerpoint/2012/main" userId="skarutur" providerId="None"/>
      </p:ext>
    </p:extLst>
  </p:cmAuthor>
  <p:cmAuthor id="1" name="des harley" initials="DH" lastIdx="0" clrIdx="1"/>
  <p:cmAuthor id="2" name="madonna comeau" initials="mc" lastIdx="2" clrIdx="2"/>
  <p:cmAuthor id="3" name="Oracle_v3" initials="orcl_v3" lastIdx="28" clrIdx="3"/>
  <p:cmAuthor id="6" name="Oracle4" initials="rlw" lastIdx="1"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CC00CC"/>
    <a:srgbClr val="CC3399"/>
    <a:srgbClr val="000000"/>
    <a:srgbClr val="0099FF"/>
    <a:srgbClr val="FF9966"/>
    <a:srgbClr val="006600"/>
    <a:srgbClr val="FF6699"/>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855" autoAdjust="0"/>
    <p:restoredTop sz="99104" autoAdjust="0"/>
  </p:normalViewPr>
  <p:slideViewPr>
    <p:cSldViewPr>
      <p:cViewPr varScale="1">
        <p:scale>
          <a:sx n="84" d="100"/>
          <a:sy n="84" d="100"/>
        </p:scale>
        <p:origin x="110" y="182"/>
      </p:cViewPr>
      <p:guideLst>
        <p:guide orient="horz" pos="2160"/>
        <p:guide pos="335"/>
      </p:guideLst>
    </p:cSldViewPr>
  </p:slideViewPr>
  <p:outlineViewPr>
    <p:cViewPr>
      <p:scale>
        <a:sx n="33" d="100"/>
        <a:sy n="33" d="100"/>
      </p:scale>
      <p:origin x="0" y="-1404"/>
    </p:cViewPr>
  </p:outlineViewPr>
  <p:notesTextViewPr>
    <p:cViewPr>
      <p:scale>
        <a:sx n="1" d="1"/>
        <a:sy n="1" d="1"/>
      </p:scale>
      <p:origin x="0" y="0"/>
    </p:cViewPr>
  </p:notesTextViewPr>
  <p:sorterViewPr>
    <p:cViewPr>
      <p:scale>
        <a:sx n="31" d="100"/>
        <a:sy n="31" d="100"/>
      </p:scale>
      <p:origin x="0" y="150"/>
    </p:cViewPr>
  </p:sorterViewPr>
  <p:notesViewPr>
    <p:cSldViewPr>
      <p:cViewPr varScale="1">
        <p:scale>
          <a:sx n="85" d="100"/>
          <a:sy n="85" d="100"/>
        </p:scale>
        <p:origin x="-3156" y="-72"/>
      </p:cViewPr>
      <p:guideLst>
        <p:guide orient="horz" pos="2905"/>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commentAuthors" Target="commentAuthors.xml"/><Relationship Id="rId68" Type="http://schemas.microsoft.com/office/2016/11/relationships/changesInfo" Target="changesInfos/changesInfo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theme" Target="theme/theme1.xml"/><Relationship Id="rId5" Type="http://schemas.openxmlformats.org/officeDocument/2006/relationships/slideMaster" Target="slideMasters/slideMaster1.xml"/><Relationship Id="rId61" Type="http://schemas.openxmlformats.org/officeDocument/2006/relationships/handoutMaster" Target="handoutMasters/handoutMaster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drajit Gupta" userId="S::indrajit.gupta@oracle.com::fdf46542-4721-449a-bc81-5d037db81b36" providerId="AD" clId="Web-{F55A551B-765A-E036-5D29-4DEA9A2483C2}"/>
    <pc:docChg chg="mod modMainMaster">
      <pc:chgData name="Indrajit Gupta" userId="S::indrajit.gupta@oracle.com::fdf46542-4721-449a-bc81-5d037db81b36" providerId="AD" clId="Web-{F55A551B-765A-E036-5D29-4DEA9A2483C2}" dt="2025-07-09T13:35:52.715" v="1" actId="33475"/>
      <pc:docMkLst>
        <pc:docMk/>
      </pc:docMkLst>
      <pc:sldMasterChg chg="addSp">
        <pc:chgData name="Indrajit Gupta" userId="S::indrajit.gupta@oracle.com::fdf46542-4721-449a-bc81-5d037db81b36" providerId="AD" clId="Web-{F55A551B-765A-E036-5D29-4DEA9A2483C2}" dt="2025-07-09T13:35:52.715" v="0" actId="33475"/>
        <pc:sldMasterMkLst>
          <pc:docMk/>
          <pc:sldMasterMk cId="1744080033" sldId="2147483749"/>
        </pc:sldMasterMkLst>
        <pc:spChg chg="add">
          <ac:chgData name="Indrajit Gupta" userId="S::indrajit.gupta@oracle.com::fdf46542-4721-449a-bc81-5d037db81b36" providerId="AD" clId="Web-{F55A551B-765A-E036-5D29-4DEA9A2483C2}" dt="2025-07-09T13:35:52.715" v="0" actId="33475"/>
          <ac:spMkLst>
            <pc:docMk/>
            <pc:sldMasterMk cId="1744080033" sldId="2147483749"/>
            <ac:spMk id="3" creationId="{7857544E-11CC-2B62-4B60-840722A5BB0A}"/>
          </ac:spMkLst>
        </pc:spChg>
      </pc:sldMasterChg>
      <pc:sldMasterChg chg="addSp">
        <pc:chgData name="Indrajit Gupta" userId="S::indrajit.gupta@oracle.com::fdf46542-4721-449a-bc81-5d037db81b36" providerId="AD" clId="Web-{F55A551B-765A-E036-5D29-4DEA9A2483C2}" dt="2025-07-09T13:35:52.715" v="0" actId="33475"/>
        <pc:sldMasterMkLst>
          <pc:docMk/>
          <pc:sldMasterMk cId="3735841147" sldId="2147483756"/>
        </pc:sldMasterMkLst>
        <pc:spChg chg="add">
          <ac:chgData name="Indrajit Gupta" userId="S::indrajit.gupta@oracle.com::fdf46542-4721-449a-bc81-5d037db81b36" providerId="AD" clId="Web-{F55A551B-765A-E036-5D29-4DEA9A2483C2}" dt="2025-07-09T13:35:52.715" v="0" actId="33475"/>
          <ac:spMkLst>
            <pc:docMk/>
            <pc:sldMasterMk cId="3735841147" sldId="2147483756"/>
            <ac:spMk id="13" creationId="{139782AB-D601-1763-2632-E134B1686E9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169"/>
          </a:xfrm>
          <a:prstGeom prst="rect">
            <a:avLst/>
          </a:prstGeom>
        </p:spPr>
        <p:txBody>
          <a:bodyPr vert="horz" lIns="92757" tIns="46378" rIns="92757" bIns="46378" rtlCol="0"/>
          <a:lstStyle>
            <a:lvl1pPr algn="l">
              <a:defRPr sz="1200"/>
            </a:lvl1pPr>
          </a:lstStyle>
          <a:p>
            <a:endParaRPr dirty="0"/>
          </a:p>
        </p:txBody>
      </p:sp>
      <p:sp>
        <p:nvSpPr>
          <p:cNvPr id="3" name="Date Placeholder 2"/>
          <p:cNvSpPr>
            <a:spLocks noGrp="1"/>
          </p:cNvSpPr>
          <p:nvPr>
            <p:ph type="dt" sz="quarter" idx="1"/>
          </p:nvPr>
        </p:nvSpPr>
        <p:spPr>
          <a:xfrm>
            <a:off x="3970938" y="0"/>
            <a:ext cx="3037840" cy="461169"/>
          </a:xfrm>
          <a:prstGeom prst="rect">
            <a:avLst/>
          </a:prstGeom>
        </p:spPr>
        <p:txBody>
          <a:bodyPr vert="horz" lIns="92757" tIns="46378" rIns="92757" bIns="46378" rtlCol="0"/>
          <a:lstStyle>
            <a:lvl1pPr algn="r">
              <a:defRPr sz="1200"/>
            </a:lvl1pPr>
          </a:lstStyle>
          <a:p>
            <a:fld id="{1E821AA6-70BE-4FDE-A8DC-DB381A688FD8}" type="datetimeFigureOut">
              <a:rPr lang="en-US"/>
              <a:pPr/>
              <a:t>7/9/2025</a:t>
            </a:fld>
            <a:endParaRPr dirty="0"/>
          </a:p>
        </p:txBody>
      </p:sp>
      <p:sp>
        <p:nvSpPr>
          <p:cNvPr id="4" name="Footer Placeholder 3"/>
          <p:cNvSpPr>
            <a:spLocks noGrp="1"/>
          </p:cNvSpPr>
          <p:nvPr>
            <p:ph type="ftr" sz="quarter" idx="2"/>
          </p:nvPr>
        </p:nvSpPr>
        <p:spPr>
          <a:xfrm>
            <a:off x="0" y="8760605"/>
            <a:ext cx="3037840" cy="461169"/>
          </a:xfrm>
          <a:prstGeom prst="rect">
            <a:avLst/>
          </a:prstGeom>
        </p:spPr>
        <p:txBody>
          <a:bodyPr vert="horz" lIns="92757" tIns="46378" rIns="92757" bIns="46378" rtlCol="0" anchor="b"/>
          <a:lstStyle>
            <a:lvl1pPr algn="l">
              <a:defRPr sz="1200"/>
            </a:lvl1pPr>
          </a:lstStyle>
          <a:p>
            <a:endParaRPr dirty="0"/>
          </a:p>
        </p:txBody>
      </p:sp>
      <p:sp>
        <p:nvSpPr>
          <p:cNvPr id="5" name="Slide Number Placeholder 4"/>
          <p:cNvSpPr>
            <a:spLocks noGrp="1"/>
          </p:cNvSpPr>
          <p:nvPr>
            <p:ph type="sldNum" sz="quarter" idx="3"/>
          </p:nvPr>
        </p:nvSpPr>
        <p:spPr>
          <a:xfrm>
            <a:off x="3970938" y="8760605"/>
            <a:ext cx="3037840" cy="461169"/>
          </a:xfrm>
          <a:prstGeom prst="rect">
            <a:avLst/>
          </a:prstGeom>
        </p:spPr>
        <p:txBody>
          <a:bodyPr vert="horz" lIns="92757" tIns="46378" rIns="92757" bIns="46378"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20688" y="384175"/>
            <a:ext cx="4613275" cy="2595563"/>
          </a:xfrm>
          <a:prstGeom prst="rect">
            <a:avLst/>
          </a:prstGeom>
          <a:noFill/>
          <a:ln w="12700">
            <a:solidFill>
              <a:prstClr val="black"/>
            </a:solidFill>
          </a:ln>
        </p:spPr>
        <p:txBody>
          <a:bodyPr vert="horz" lIns="92757" tIns="46378" rIns="92757" bIns="46378" rtlCol="0" anchor="ctr"/>
          <a:lstStyle/>
          <a:p>
            <a:endParaRPr dirty="0"/>
          </a:p>
        </p:txBody>
      </p:sp>
      <p:sp>
        <p:nvSpPr>
          <p:cNvPr id="5" name="Notes Placeholder 4"/>
          <p:cNvSpPr>
            <a:spLocks noGrp="1"/>
          </p:cNvSpPr>
          <p:nvPr>
            <p:ph type="body" sz="quarter" idx="3"/>
          </p:nvPr>
        </p:nvSpPr>
        <p:spPr>
          <a:xfrm>
            <a:off x="389467" y="3151320"/>
            <a:ext cx="6231467" cy="5380302"/>
          </a:xfrm>
          <a:prstGeom prst="rect">
            <a:avLst/>
          </a:prstGeom>
        </p:spPr>
        <p:txBody>
          <a:bodyPr vert="horz" lIns="0" tIns="0" rIns="0" bIns="92757" rtlCol="0">
            <a:normAutofit/>
          </a:bodyPr>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389467" y="8685345"/>
            <a:ext cx="4751493" cy="228984"/>
          </a:xfrm>
          <a:prstGeom prst="rect">
            <a:avLst/>
          </a:prstGeom>
        </p:spPr>
        <p:txBody>
          <a:bodyPr vert="horz" lIns="92757" tIns="46378" rIns="92757" bIns="46378" rtlCol="0" anchor="b"/>
          <a:lstStyle>
            <a:lvl1pPr algn="l">
              <a:defRPr sz="1200"/>
            </a:lvl1pPr>
          </a:lstStyle>
          <a:p>
            <a:endParaRPr dirty="0"/>
          </a:p>
        </p:txBody>
      </p:sp>
      <p:sp>
        <p:nvSpPr>
          <p:cNvPr id="7" name="Slide Number Placeholder 6"/>
          <p:cNvSpPr>
            <a:spLocks noGrp="1"/>
          </p:cNvSpPr>
          <p:nvPr>
            <p:ph type="sldNum" sz="quarter" idx="5"/>
          </p:nvPr>
        </p:nvSpPr>
        <p:spPr>
          <a:xfrm>
            <a:off x="5842000" y="8685345"/>
            <a:ext cx="778933" cy="228984"/>
          </a:xfrm>
          <a:prstGeom prst="rect">
            <a:avLst/>
          </a:prstGeom>
        </p:spPr>
        <p:txBody>
          <a:bodyPr vert="horz" lIns="92757" tIns="46378" rIns="92757" bIns="46378"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1950" y="366713"/>
            <a:ext cx="4391025" cy="2471737"/>
          </a:xfrm>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8C72D9AE-7182-4680-8F79-479C4181FF08}" type="slidenum">
              <a:rPr lang="en-US" smtClean="0">
                <a:solidFill>
                  <a:srgbClr val="5F5F5F"/>
                </a:solidFill>
              </a:rPr>
              <a:pPr/>
              <a:t>1</a:t>
            </a:fld>
            <a:endParaRPr lang="en-US" dirty="0">
              <a:solidFill>
                <a:srgbClr val="5F5F5F"/>
              </a:solidFill>
            </a:endParaRPr>
          </a:p>
        </p:txBody>
      </p:sp>
    </p:spTree>
    <p:extLst>
      <p:ext uri="{BB962C8B-B14F-4D97-AF65-F5344CB8AC3E}">
        <p14:creationId xmlns:p14="http://schemas.microsoft.com/office/powerpoint/2010/main" val="3020485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72D9AE-7182-4680-8F79-479C4181FF08}" type="slidenum">
              <a:rPr lang="en-US" smtClean="0">
                <a:solidFill>
                  <a:prstClr val="black"/>
                </a:solidFill>
              </a:rPr>
              <a:pPr/>
              <a:t>53</a:t>
            </a:fld>
            <a:endParaRPr lang="en-US" dirty="0">
              <a:solidFill>
                <a:prstClr val="black"/>
              </a:solidFill>
            </a:endParaRPr>
          </a:p>
        </p:txBody>
      </p:sp>
    </p:spTree>
    <p:extLst>
      <p:ext uri="{BB962C8B-B14F-4D97-AF65-F5344CB8AC3E}">
        <p14:creationId xmlns:p14="http://schemas.microsoft.com/office/powerpoint/2010/main" val="16898405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1">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0200" y="6355080"/>
            <a:ext cx="502789" cy="502920"/>
          </a:xfrm>
          <a:prstGeom prst="rect">
            <a:avLst/>
          </a:prstGeom>
        </p:spPr>
      </p:pic>
      <p:sp>
        <p:nvSpPr>
          <p:cNvPr id="13" name="Footer">
            <a:extLst>
              <a:ext uri="{FF2B5EF4-FFF2-40B4-BE49-F238E27FC236}">
                <a16:creationId xmlns:a16="http://schemas.microsoft.com/office/drawing/2014/main" id="{85B46AA8-D09D-BE40-ACE3-50825069F9C0}"/>
              </a:ext>
            </a:extLst>
          </p:cNvPr>
          <p:cNvSpPr>
            <a:spLocks noGrp="1"/>
          </p:cNvSpPr>
          <p:nvPr>
            <p:ph type="ftr" sz="quarter" idx="3"/>
          </p:nvPr>
        </p:nvSpPr>
        <p:spPr>
          <a:xfrm>
            <a:off x="284547" y="6492876"/>
            <a:ext cx="4020075" cy="365125"/>
          </a:xfrm>
          <a:prstGeom prst="rect">
            <a:avLst/>
          </a:prstGeom>
        </p:spPr>
        <p:txBody>
          <a:bodyPr vert="horz" lIns="0" tIns="0" rIns="0" bIns="0" rtlCol="0" anchor="ctr"/>
          <a:lstStyle>
            <a:lvl1pPr algn="l">
              <a:defRPr sz="1000">
                <a:solidFill>
                  <a:srgbClr val="8B8580"/>
                </a:solidFill>
              </a:defRPr>
            </a:lvl1pPr>
          </a:lstStyle>
          <a:p>
            <a:r>
              <a:rPr lang="en-US"/>
              <a:t>Oracle Confidential – Internal/Restricted</a:t>
            </a:r>
            <a:endParaRPr lang="en-US" dirty="0"/>
          </a:p>
        </p:txBody>
      </p:sp>
    </p:spTree>
    <p:extLst>
      <p:ext uri="{BB962C8B-B14F-4D97-AF65-F5344CB8AC3E}">
        <p14:creationId xmlns:p14="http://schemas.microsoft.com/office/powerpoint/2010/main" val="307864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1">
    <p:bg>
      <p:bgPr>
        <a:solidFill>
          <a:schemeClr val="bg2"/>
        </a:solidFill>
        <a:effectLst/>
      </p:bgPr>
    </p:bg>
    <p:spTree>
      <p:nvGrpSpPr>
        <p:cNvPr id="1" name=""/>
        <p:cNvGrpSpPr/>
        <p:nvPr/>
      </p:nvGrpSpPr>
      <p:grpSpPr>
        <a:xfrm>
          <a:off x="0" y="0"/>
          <a:ext cx="0" cy="0"/>
          <a:chOff x="0" y="0"/>
          <a:chExt cx="0" cy="0"/>
        </a:xfrm>
      </p:grpSpPr>
      <p:pic>
        <p:nvPicPr>
          <p:cNvPr id="32" name="Data Texture Cloud">
            <a:extLst>
              <a:ext uri="{FF2B5EF4-FFF2-40B4-BE49-F238E27FC236}">
                <a16:creationId xmlns:a16="http://schemas.microsoft.com/office/drawing/2014/main" id="{4F1E65AD-22C9-374C-97B0-B5C16E332CB8}"/>
              </a:ext>
            </a:extLst>
          </p:cNvPr>
          <p:cNvPicPr>
            <a:picLocks noChangeAspect="1"/>
          </p:cNvPicPr>
          <p:nvPr/>
        </p:nvPicPr>
        <p:blipFill rotWithShape="1">
          <a:blip r:embed="rId2">
            <a:alphaModFix amt="80000"/>
            <a:extLst>
              <a:ext uri="{28A0092B-C50C-407E-A947-70E740481C1C}">
                <a14:useLocalDpi xmlns:a14="http://schemas.microsoft.com/office/drawing/2010/main" val="0"/>
              </a:ext>
            </a:extLst>
          </a:blip>
          <a:srcRect r="48609"/>
          <a:stretch/>
        </p:blipFill>
        <p:spPr>
          <a:xfrm>
            <a:off x="9878838" y="521208"/>
            <a:ext cx="2309987" cy="1700784"/>
          </a:xfrm>
          <a:prstGeom prst="rect">
            <a:avLst/>
          </a:prstGeom>
        </p:spPr>
      </p:pic>
      <p:sp>
        <p:nvSpPr>
          <p:cNvPr id="28" name="Footer">
            <a:extLst>
              <a:ext uri="{FF2B5EF4-FFF2-40B4-BE49-F238E27FC236}">
                <a16:creationId xmlns:a16="http://schemas.microsoft.com/office/drawing/2014/main" id="{85B46AA8-D09D-BE40-ACE3-50825069F9C0}"/>
              </a:ext>
            </a:extLst>
          </p:cNvPr>
          <p:cNvSpPr>
            <a:spLocks noGrp="1"/>
          </p:cNvSpPr>
          <p:nvPr>
            <p:ph type="ftr" sz="quarter" idx="3"/>
          </p:nvPr>
        </p:nvSpPr>
        <p:spPr>
          <a:xfrm>
            <a:off x="123721" y="6492876"/>
            <a:ext cx="4020075" cy="365125"/>
          </a:xfrm>
          <a:prstGeom prst="rect">
            <a:avLst/>
          </a:prstGeom>
        </p:spPr>
        <p:txBody>
          <a:bodyPr vert="horz" lIns="0" tIns="0" rIns="0" bIns="0" rtlCol="0" anchor="ctr"/>
          <a:lstStyle>
            <a:lvl1pPr algn="l">
              <a:defRPr sz="1000">
                <a:solidFill>
                  <a:srgbClr val="8B8580"/>
                </a:solidFill>
              </a:defRPr>
            </a:lvl1pPr>
          </a:lstStyle>
          <a:p>
            <a:r>
              <a:rPr lang="en-US"/>
              <a:t>Oracle Confidential – Internal/Restricted</a:t>
            </a:r>
            <a:endParaRPr lang="en-US" dirty="0"/>
          </a:p>
        </p:txBody>
      </p:sp>
      <p:pic>
        <p:nvPicPr>
          <p:cNvPr id="26" name="OTag">
            <a:extLst>
              <a:ext uri="{FF2B5EF4-FFF2-40B4-BE49-F238E27FC236}">
                <a16:creationId xmlns:a16="http://schemas.microsoft.com/office/drawing/2014/main" id="{6B255320-7797-3244-AB7F-7048F2FDBB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0200" y="6355080"/>
            <a:ext cx="502789" cy="502920"/>
          </a:xfrm>
          <a:prstGeom prst="rect">
            <a:avLst/>
          </a:prstGeom>
        </p:spPr>
      </p:pic>
      <p:pic>
        <p:nvPicPr>
          <p:cNvPr id="24" name="Abstract Pattern Strip">
            <a:extLst>
              <a:ext uri="{FF2B5EF4-FFF2-40B4-BE49-F238E27FC236}">
                <a16:creationId xmlns:a16="http://schemas.microsoft.com/office/drawing/2014/main" id="{6389BC6F-934C-3E4C-8EFF-C5723C482C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88825" cy="254000"/>
          </a:xfrm>
          <a:prstGeom prst="rect">
            <a:avLst/>
          </a:prstGeom>
        </p:spPr>
      </p:pic>
    </p:spTree>
    <p:extLst>
      <p:ext uri="{BB962C8B-B14F-4D97-AF65-F5344CB8AC3E}">
        <p14:creationId xmlns:p14="http://schemas.microsoft.com/office/powerpoint/2010/main" val="154611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End-1">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3646904" y="2915193"/>
            <a:ext cx="4895017" cy="1027617"/>
          </a:xfrm>
          <a:prstGeom prst="rect">
            <a:avLst/>
          </a:prstGeom>
        </p:spPr>
      </p:pic>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180200" y="6355080"/>
            <a:ext cx="502789" cy="502920"/>
          </a:xfrm>
          <a:prstGeom prst="rect">
            <a:avLst/>
          </a:prstGeom>
        </p:spPr>
      </p:pic>
    </p:spTree>
    <p:extLst>
      <p:ext uri="{BB962C8B-B14F-4D97-AF65-F5344CB8AC3E}">
        <p14:creationId xmlns:p14="http://schemas.microsoft.com/office/powerpoint/2010/main" val="20124786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Title Slide with Pictur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276011" y="6556248"/>
            <a:ext cx="381661" cy="182880"/>
          </a:xfrm>
          <a:prstGeom prst="rect">
            <a:avLst/>
          </a:prstGeom>
        </p:spPr>
        <p:txBody>
          <a:bodyPr/>
          <a:lstStyle>
            <a:lvl1pPr>
              <a:defRPr>
                <a:solidFill>
                  <a:schemeClr val="tx1">
                    <a:alpha val="0"/>
                  </a:schemeClr>
                </a:solidFill>
              </a:defRPr>
            </a:lvl1pPr>
          </a:lstStyle>
          <a:p>
            <a:fld id="{C51EAA63-D034-42AE-91FA-B13B9518C7BE}" type="slidenum">
              <a:rPr>
                <a:solidFill>
                  <a:srgbClr val="FFFFFF">
                    <a:alpha val="0"/>
                  </a:srgbClr>
                </a:solidFill>
              </a:rPr>
              <a:pPr/>
              <a:t>‹#›</a:t>
            </a:fld>
            <a:endParaRPr dirty="0">
              <a:solidFill>
                <a:srgbClr val="FFFFFF">
                  <a:alpha val="0"/>
                </a:srgbClr>
              </a:solidFill>
            </a:endParaRPr>
          </a:p>
        </p:txBody>
      </p:sp>
      <p:sp>
        <p:nvSpPr>
          <p:cNvPr id="6" name="Rectangle 5" descr="Full slide 4-color photo can be inserted here"/>
          <p:cNvSpPr/>
          <p:nvPr userDrawn="1"/>
        </p:nvSpPr>
        <p:spPr bwMode="hidden">
          <a:xfrm>
            <a:off x="1381" y="0"/>
            <a:ext cx="12188825" cy="6858000"/>
          </a:xfrm>
          <a:prstGeom prst="rect">
            <a:avLst/>
          </a:prstGeom>
          <a:solidFill>
            <a:srgbClr val="493728">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fontAlgn="auto" hangingPunct="1">
              <a:spcBef>
                <a:spcPts val="0"/>
              </a:spcBef>
              <a:spcAft>
                <a:spcPts val="0"/>
              </a:spcAft>
            </a:pPr>
            <a:endParaRPr sz="1800" dirty="0">
              <a:solidFill>
                <a:srgbClr val="FFFFFF"/>
              </a:solidFill>
            </a:endParaRPr>
          </a:p>
        </p:txBody>
      </p:sp>
      <p:sp>
        <p:nvSpPr>
          <p:cNvPr id="3" name="Date Placeholder 2"/>
          <p:cNvSpPr>
            <a:spLocks noGrp="1"/>
          </p:cNvSpPr>
          <p:nvPr>
            <p:ph type="dt" sz="half" idx="10"/>
          </p:nvPr>
        </p:nvSpPr>
        <p:spPr>
          <a:xfrm>
            <a:off x="4563214" y="6556248"/>
            <a:ext cx="1226398" cy="182880"/>
          </a:xfrm>
          <a:prstGeom prst="rect">
            <a:avLst/>
          </a:prstGeom>
        </p:spPr>
        <p:txBody>
          <a:bodyPr/>
          <a:lstStyle>
            <a:lvl1pPr>
              <a:defRPr>
                <a:solidFill>
                  <a:schemeClr val="tx1"/>
                </a:solidFill>
              </a:defRPr>
            </a:lvl1pPr>
          </a:lstStyle>
          <a:p>
            <a:fld id="{BDA1E4B5-029C-5E43-AFCB-FB9268DE535E}" type="datetime1">
              <a:rPr lang="en-US">
                <a:solidFill>
                  <a:srgbClr val="FFFFFF"/>
                </a:solidFill>
              </a:rPr>
              <a:pPr/>
              <a:t>7/9/2025</a:t>
            </a:fld>
            <a:endParaRPr dirty="0">
              <a:solidFill>
                <a:srgbClr val="FFFFFF"/>
              </a:solidFill>
            </a:endParaRPr>
          </a:p>
        </p:txBody>
      </p:sp>
      <p:sp>
        <p:nvSpPr>
          <p:cNvPr id="4" name="Footer Placeholder 3"/>
          <p:cNvSpPr>
            <a:spLocks noGrp="1"/>
          </p:cNvSpPr>
          <p:nvPr>
            <p:ph type="ftr" sz="quarter" idx="11"/>
          </p:nvPr>
        </p:nvSpPr>
        <p:spPr>
          <a:xfrm>
            <a:off x="8621423" y="6556248"/>
            <a:ext cx="2743200" cy="182880"/>
          </a:xfrm>
          <a:prstGeom prst="rect">
            <a:avLst/>
          </a:prstGeom>
        </p:spPr>
        <p:txBody>
          <a:bodyPr/>
          <a:lstStyle>
            <a:lvl1pPr>
              <a:defRPr>
                <a:solidFill>
                  <a:schemeClr val="tx1"/>
                </a:solidFill>
              </a:defRPr>
            </a:lvl1pPr>
          </a:lstStyle>
          <a:p>
            <a:r>
              <a:rPr lang="en-US" dirty="0">
                <a:solidFill>
                  <a:srgbClr val="FFFFFF"/>
                </a:solidFill>
              </a:rPr>
              <a:t>Confidential – Oracle Restricted</a:t>
            </a:r>
            <a:endParaRPr dirty="0">
              <a:solidFill>
                <a:srgbClr val="FFFFFF"/>
              </a:solidFill>
            </a:endParaRPr>
          </a:p>
        </p:txBody>
      </p:sp>
      <p:sp>
        <p:nvSpPr>
          <p:cNvPr id="9" name="Title 8"/>
          <p:cNvSpPr>
            <a:spLocks noGrp="1"/>
          </p:cNvSpPr>
          <p:nvPr>
            <p:ph type="title"/>
          </p:nvPr>
        </p:nvSpPr>
        <p:spPr>
          <a:xfrm>
            <a:off x="531814" y="739775"/>
            <a:ext cx="9601200" cy="1470025"/>
          </a:xfrm>
          <a:prstGeom prst="rect">
            <a:avLst/>
          </a:prstGeom>
        </p:spPr>
        <p:txBody>
          <a:bodyPr/>
          <a:lstStyle>
            <a:lvl1pPr>
              <a:defRPr sz="4800"/>
            </a:lvl1pPr>
          </a:lstStyle>
          <a:p>
            <a:r>
              <a:t>Click to edit Master title style</a:t>
            </a:r>
          </a:p>
        </p:txBody>
      </p:sp>
      <p:sp>
        <p:nvSpPr>
          <p:cNvPr id="12" name="Text Placeholder 10"/>
          <p:cNvSpPr>
            <a:spLocks noGrp="1"/>
          </p:cNvSpPr>
          <p:nvPr>
            <p:ph type="body" sz="quarter" idx="14" hasCustomPrompt="1"/>
          </p:nvPr>
        </p:nvSpPr>
        <p:spPr>
          <a:xfrm>
            <a:off x="531814" y="3429451"/>
            <a:ext cx="9601200" cy="2514149"/>
          </a:xfrm>
          <a:prstGeom prst="rect">
            <a:avLst/>
          </a:prstGeom>
        </p:spPr>
        <p:txBody>
          <a:bodyPr/>
          <a:lstStyle>
            <a:lvl1pPr marL="0" indent="0">
              <a:spcBef>
                <a:spcPts val="0"/>
              </a:spcBef>
              <a:buNone/>
              <a:defRPr sz="2400" b="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presenter’s name, title, division/business unit/organization and date</a:t>
            </a:r>
          </a:p>
        </p:txBody>
      </p:sp>
      <p:sp>
        <p:nvSpPr>
          <p:cNvPr id="13" name="Text Placeholder 10"/>
          <p:cNvSpPr>
            <a:spLocks noGrp="1"/>
          </p:cNvSpPr>
          <p:nvPr>
            <p:ph type="body" sz="quarter" idx="15" hasCustomPrompt="1"/>
          </p:nvPr>
        </p:nvSpPr>
        <p:spPr>
          <a:xfrm>
            <a:off x="531762" y="2286000"/>
            <a:ext cx="9601200" cy="914400"/>
          </a:xfrm>
          <a:prstGeom prst="rect">
            <a:avLst/>
          </a:prstGeom>
        </p:spPr>
        <p:txBody>
          <a:bodyPr/>
          <a:lstStyle>
            <a:lvl1pPr marL="0" indent="0">
              <a:spcBef>
                <a:spcPts val="0"/>
              </a:spcBef>
              <a:buNone/>
              <a:defRPr sz="2400" b="1"/>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subtitle</a:t>
            </a:r>
          </a:p>
        </p:txBody>
      </p:sp>
    </p:spTree>
    <p:extLst>
      <p:ext uri="{BB962C8B-B14F-4D97-AF65-F5344CB8AC3E}">
        <p14:creationId xmlns:p14="http://schemas.microsoft.com/office/powerpoint/2010/main" val="16881835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11125200" cy="889000"/>
          </a:xfrm>
          <a:prstGeom prst="rect">
            <a:avLst/>
          </a:prstGeom>
        </p:spPr>
        <p:txBody>
          <a:bodyPr/>
          <a:lstStyle/>
          <a:p>
            <a:r>
              <a:rPr lang="en-US"/>
              <a:t>Click to edit Master title style</a:t>
            </a:r>
            <a:endParaRPr dirty="0"/>
          </a:p>
        </p:txBody>
      </p:sp>
      <p:sp>
        <p:nvSpPr>
          <p:cNvPr id="3" name="Content Placeholder 2"/>
          <p:cNvSpPr>
            <a:spLocks noGrp="1"/>
          </p:cNvSpPr>
          <p:nvPr>
            <p:ph idx="1"/>
          </p:nvPr>
        </p:nvSpPr>
        <p:spPr>
          <a:xfrm>
            <a:off x="531151" y="1524001"/>
            <a:ext cx="11126522" cy="44196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4563214" y="6556248"/>
            <a:ext cx="1226398" cy="182880"/>
          </a:xfrm>
          <a:prstGeom prst="rect">
            <a:avLst/>
          </a:prstGeom>
        </p:spPr>
        <p:txBody>
          <a:bodyPr/>
          <a:lstStyle/>
          <a:p>
            <a:endParaRPr dirty="0"/>
          </a:p>
        </p:txBody>
      </p:sp>
      <p:sp>
        <p:nvSpPr>
          <p:cNvPr id="5" name="Footer Placeholder 4"/>
          <p:cNvSpPr>
            <a:spLocks noGrp="1"/>
          </p:cNvSpPr>
          <p:nvPr>
            <p:ph type="ftr" sz="quarter" idx="11"/>
          </p:nvPr>
        </p:nvSpPr>
        <p:spPr/>
        <p:txBody>
          <a:bodyPr/>
          <a:lstStyle/>
          <a:p>
            <a:r>
              <a:rPr lang="en-US"/>
              <a:t>Oracle Confidential – Internal/Restricted</a:t>
            </a:r>
            <a:endParaRPr dirty="0"/>
          </a:p>
        </p:txBody>
      </p:sp>
      <p:sp>
        <p:nvSpPr>
          <p:cNvPr id="6" name="Slide Number Placeholder 5"/>
          <p:cNvSpPr>
            <a:spLocks noGrp="1"/>
          </p:cNvSpPr>
          <p:nvPr>
            <p:ph type="sldNum" sz="quarter" idx="12"/>
          </p:nvPr>
        </p:nvSpPr>
        <p:spPr>
          <a:xfrm>
            <a:off x="11276011" y="6556248"/>
            <a:ext cx="381661" cy="182880"/>
          </a:xfrm>
          <a:prstGeom prst="rect">
            <a:avLst/>
          </a:prstGeom>
        </p:spPr>
        <p:txBody>
          <a:bodyPr/>
          <a:lstStyle/>
          <a:p>
            <a:fld id="{C51EAA63-D034-42AE-91FA-B13B9518C7BE}" type="slidenum">
              <a:rPr/>
              <a:pPr/>
              <a:t>‹#›</a:t>
            </a:fld>
            <a:endParaRPr dirty="0"/>
          </a:p>
        </p:txBody>
      </p:sp>
    </p:spTree>
    <p:extLst>
      <p:ext uri="{BB962C8B-B14F-4D97-AF65-F5344CB8AC3E}">
        <p14:creationId xmlns:p14="http://schemas.microsoft.com/office/powerpoint/2010/main" val="4120639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a:prstGeom prst="rect">
            <a:avLst/>
          </a:prstGeom>
        </p:spPr>
        <p:txBody>
          <a:bodyPr anchor="b"/>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531813" y="4038598"/>
            <a:ext cx="11125200" cy="914400"/>
          </a:xfrm>
          <a:prstGeom prst="rect">
            <a:avLst/>
          </a:prstGeo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63214" y="6556248"/>
            <a:ext cx="1226398" cy="182880"/>
          </a:xfrm>
          <a:prstGeom prst="rect">
            <a:avLst/>
          </a:prstGeom>
        </p:spPr>
        <p:txBody>
          <a:bodyPr/>
          <a:lstStyle/>
          <a:p>
            <a:endParaRPr dirty="0"/>
          </a:p>
        </p:txBody>
      </p:sp>
      <p:sp>
        <p:nvSpPr>
          <p:cNvPr id="5" name="Footer Placeholder 4"/>
          <p:cNvSpPr>
            <a:spLocks noGrp="1"/>
          </p:cNvSpPr>
          <p:nvPr>
            <p:ph type="ftr" sz="quarter" idx="11"/>
          </p:nvPr>
        </p:nvSpPr>
        <p:spPr/>
        <p:txBody>
          <a:bodyPr/>
          <a:lstStyle/>
          <a:p>
            <a:r>
              <a:rPr lang="en-US"/>
              <a:t>Oracle Confidential – Internal/Restricted</a:t>
            </a:r>
            <a:endParaRPr dirty="0"/>
          </a:p>
        </p:txBody>
      </p:sp>
      <p:sp>
        <p:nvSpPr>
          <p:cNvPr id="6" name="Slide Number Placeholder 5"/>
          <p:cNvSpPr>
            <a:spLocks noGrp="1"/>
          </p:cNvSpPr>
          <p:nvPr>
            <p:ph type="sldNum" sz="quarter" idx="12"/>
          </p:nvPr>
        </p:nvSpPr>
        <p:spPr>
          <a:xfrm>
            <a:off x="11276011" y="6556248"/>
            <a:ext cx="381661" cy="182880"/>
          </a:xfrm>
          <a:prstGeom prst="rect">
            <a:avLst/>
          </a:prstGeom>
        </p:spPr>
        <p:txBody>
          <a:bodyPr/>
          <a:lstStyle/>
          <a:p>
            <a:fld id="{C51EAA63-D034-42AE-91FA-B13B9518C7BE}" type="slidenum">
              <a:rPr/>
              <a:pPr/>
              <a:t>‹#›</a:t>
            </a:fld>
            <a:endParaRPr dirty="0"/>
          </a:p>
        </p:txBody>
      </p:sp>
    </p:spTree>
    <p:extLst>
      <p:ext uri="{BB962C8B-B14F-4D97-AF65-F5344CB8AC3E}">
        <p14:creationId xmlns:p14="http://schemas.microsoft.com/office/powerpoint/2010/main" val="3128765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11125200" cy="889000"/>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4563214" y="6556248"/>
            <a:ext cx="1226398" cy="182880"/>
          </a:xfrm>
          <a:prstGeom prst="rect">
            <a:avLst/>
          </a:prstGeom>
        </p:spPr>
        <p:txBody>
          <a:bodyPr/>
          <a:lstStyle/>
          <a:p>
            <a:endParaRPr dirty="0"/>
          </a:p>
        </p:txBody>
      </p:sp>
      <p:sp>
        <p:nvSpPr>
          <p:cNvPr id="4" name="Footer Placeholder 3"/>
          <p:cNvSpPr>
            <a:spLocks noGrp="1"/>
          </p:cNvSpPr>
          <p:nvPr>
            <p:ph type="ftr" sz="quarter" idx="11"/>
          </p:nvPr>
        </p:nvSpPr>
        <p:spPr/>
        <p:txBody>
          <a:bodyPr/>
          <a:lstStyle/>
          <a:p>
            <a:r>
              <a:rPr lang="en-US"/>
              <a:t>Oracle Confidential – Internal/Restricted</a:t>
            </a:r>
            <a:endParaRPr dirty="0"/>
          </a:p>
        </p:txBody>
      </p:sp>
      <p:sp>
        <p:nvSpPr>
          <p:cNvPr id="5" name="Slide Number Placeholder 4"/>
          <p:cNvSpPr>
            <a:spLocks noGrp="1"/>
          </p:cNvSpPr>
          <p:nvPr>
            <p:ph type="sldNum" sz="quarter" idx="12"/>
          </p:nvPr>
        </p:nvSpPr>
        <p:spPr>
          <a:xfrm>
            <a:off x="11276011" y="6556248"/>
            <a:ext cx="381661" cy="182880"/>
          </a:xfrm>
          <a:prstGeom prst="rect">
            <a:avLst/>
          </a:prstGeom>
        </p:spPr>
        <p:txBody>
          <a:bodyPr/>
          <a:lstStyle/>
          <a:p>
            <a:fld id="{C51EAA63-D034-42AE-91FA-B13B9518C7BE}" type="slidenum">
              <a:rPr/>
              <a:pPr/>
              <a:t>‹#›</a:t>
            </a:fld>
            <a:endParaRPr dirty="0"/>
          </a:p>
        </p:txBody>
      </p:sp>
    </p:spTree>
    <p:extLst>
      <p:ext uri="{BB962C8B-B14F-4D97-AF65-F5344CB8AC3E}">
        <p14:creationId xmlns:p14="http://schemas.microsoft.com/office/powerpoint/2010/main" val="3337699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11125200" cy="889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63214" y="6556248"/>
            <a:ext cx="1226398" cy="182880"/>
          </a:xfrm>
          <a:prstGeom prst="rect">
            <a:avLst/>
          </a:prstGeom>
        </p:spPr>
        <p:txBody>
          <a:bodyPr/>
          <a:lstStyle/>
          <a:p>
            <a:endParaRPr lang="en-US" dirty="0"/>
          </a:p>
        </p:txBody>
      </p:sp>
      <p:sp>
        <p:nvSpPr>
          <p:cNvPr id="4" name="Footer Placeholder 3"/>
          <p:cNvSpPr>
            <a:spLocks noGrp="1"/>
          </p:cNvSpPr>
          <p:nvPr>
            <p:ph type="ftr" sz="quarter" idx="11"/>
          </p:nvPr>
        </p:nvSpPr>
        <p:spPr/>
        <p:txBody>
          <a:bodyPr/>
          <a:lstStyle/>
          <a:p>
            <a:r>
              <a:rPr lang="en-US"/>
              <a:t>Oracle Confidential – Internal/Restricted</a:t>
            </a:r>
            <a:endParaRPr lang="en-US" dirty="0"/>
          </a:p>
        </p:txBody>
      </p:sp>
      <p:sp>
        <p:nvSpPr>
          <p:cNvPr id="5" name="Slide Number Placeholder 4"/>
          <p:cNvSpPr>
            <a:spLocks noGrp="1"/>
          </p:cNvSpPr>
          <p:nvPr>
            <p:ph type="sldNum" sz="quarter" idx="12"/>
          </p:nvPr>
        </p:nvSpPr>
        <p:spPr>
          <a:xfrm>
            <a:off x="11276011" y="6556248"/>
            <a:ext cx="381661" cy="182880"/>
          </a:xfrm>
          <a:prstGeom prst="rect">
            <a:avLst/>
          </a:prstGeom>
        </p:spPr>
        <p:txBody>
          <a:bodyPr/>
          <a:lstStyle/>
          <a:p>
            <a:fld id="{C51EAA63-D034-42AE-91FA-B13B9518C7BE}" type="slidenum">
              <a:rPr lang="en-US" smtClean="0"/>
              <a:pPr/>
              <a:t>‹#›</a:t>
            </a:fld>
            <a:endParaRPr lang="en-US" dirty="0"/>
          </a:p>
        </p:txBody>
      </p:sp>
    </p:spTree>
    <p:extLst>
      <p:ext uri="{BB962C8B-B14F-4D97-AF65-F5344CB8AC3E}">
        <p14:creationId xmlns:p14="http://schemas.microsoft.com/office/powerpoint/2010/main" val="1855746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p:nvSpPr>
        <p:spPr bwMode="hidden">
          <a:xfrm>
            <a:off x="1"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799" dirty="0">
              <a:solidFill>
                <a:srgbClr val="FFFFFF"/>
              </a:solidFill>
            </a:endParaRPr>
          </a:p>
        </p:txBody>
      </p:sp>
      <p:sp>
        <p:nvSpPr>
          <p:cNvPr id="2" name="Title 1"/>
          <p:cNvSpPr>
            <a:spLocks noGrp="1"/>
          </p:cNvSpPr>
          <p:nvPr>
            <p:ph type="ctrTitle"/>
          </p:nvPr>
        </p:nvSpPr>
        <p:spPr>
          <a:xfrm>
            <a:off x="531814" y="739777"/>
            <a:ext cx="8763000" cy="1470025"/>
          </a:xfrm>
        </p:spPr>
        <p:txBody>
          <a:bodyPr/>
          <a:lstStyle>
            <a:lvl1pPr>
              <a:lnSpc>
                <a:spcPct val="80000"/>
              </a:lnSpc>
              <a:defRPr sz="4799">
                <a:solidFill>
                  <a:schemeClr val="bg1"/>
                </a:solidFill>
              </a:defRPr>
            </a:lvl1pPr>
          </a:lstStyle>
          <a:p>
            <a:r>
              <a:rPr lang="en-US"/>
              <a:t>Click to edit Master title style</a:t>
            </a:r>
            <a:endParaRPr dirty="0"/>
          </a:p>
        </p:txBody>
      </p:sp>
      <p:sp>
        <p:nvSpPr>
          <p:cNvPr id="3" name="Subtitle 2"/>
          <p:cNvSpPr>
            <a:spLocks noGrp="1"/>
          </p:cNvSpPr>
          <p:nvPr>
            <p:ph type="subTitle" idx="1"/>
          </p:nvPr>
        </p:nvSpPr>
        <p:spPr>
          <a:xfrm>
            <a:off x="531764" y="2286000"/>
            <a:ext cx="8764141" cy="914400"/>
          </a:xfrm>
        </p:spPr>
        <p:txBody>
          <a:bodyPr>
            <a:noAutofit/>
          </a:bodyPr>
          <a:lstStyle>
            <a:lvl1pPr marL="0" indent="0" algn="l">
              <a:spcBef>
                <a:spcPts val="0"/>
              </a:spcBef>
              <a:buNone/>
              <a:defRPr sz="2399" b="1">
                <a:solidFill>
                  <a:schemeClr val="bg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dirty="0"/>
          </a:p>
        </p:txBody>
      </p:sp>
      <p:sp>
        <p:nvSpPr>
          <p:cNvPr id="13" name="Text Placeholder 12"/>
          <p:cNvSpPr>
            <a:spLocks noGrp="1"/>
          </p:cNvSpPr>
          <p:nvPr>
            <p:ph type="body" sz="quarter" idx="13" hasCustomPrompt="1"/>
          </p:nvPr>
        </p:nvSpPr>
        <p:spPr>
          <a:xfrm>
            <a:off x="531814" y="3429453"/>
            <a:ext cx="8763000" cy="2514149"/>
          </a:xfrm>
        </p:spPr>
        <p:txBody>
          <a:bodyPr>
            <a:noAutofit/>
          </a:bodyPr>
          <a:lstStyle>
            <a:lvl1pPr marL="1588" indent="0">
              <a:spcBef>
                <a:spcPts val="0"/>
              </a:spcBef>
              <a:buFontTx/>
              <a:buNone/>
              <a:defRPr sz="2399" baseline="0">
                <a:solidFill>
                  <a:schemeClr val="bg1"/>
                </a:solidFill>
              </a:defRPr>
            </a:lvl1pPr>
            <a:lvl2pPr marL="1588" indent="0">
              <a:buFontTx/>
              <a:buNone/>
              <a:defRPr sz="2399"/>
            </a:lvl2pPr>
            <a:lvl3pPr marL="1588" indent="0">
              <a:buFontTx/>
              <a:buNone/>
              <a:defRPr sz="2399"/>
            </a:lvl3pPr>
            <a:lvl4pPr marL="1588" indent="0">
              <a:buFontTx/>
              <a:buNone/>
              <a:defRPr sz="2399"/>
            </a:lvl4pPr>
            <a:lvl5pPr marL="1588" indent="0">
              <a:buFontTx/>
              <a:buNone/>
              <a:defRPr sz="2399"/>
            </a:lvl5pPr>
            <a:lvl6pPr marL="1588" indent="0">
              <a:buFontTx/>
              <a:buNone/>
              <a:defRPr sz="2399"/>
            </a:lvl6pPr>
            <a:lvl7pPr marL="1588" indent="0">
              <a:buFontTx/>
              <a:buNone/>
              <a:defRPr sz="2399"/>
            </a:lvl7pPr>
            <a:lvl8pPr marL="1588" indent="0">
              <a:buFontTx/>
              <a:buNone/>
              <a:defRPr sz="2399"/>
            </a:lvl8pPr>
            <a:lvl9pPr marL="1588" indent="0">
              <a:buFontTx/>
              <a:buNone/>
              <a:defRPr sz="2399"/>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endParaRPr lang="en-US"/>
          </a:p>
        </p:txBody>
      </p:sp>
      <p:sp>
        <p:nvSpPr>
          <p:cNvPr id="11" name="TextBox 10"/>
          <p:cNvSpPr txBox="1"/>
          <p:nvPr/>
        </p:nvSpPr>
        <p:spPr>
          <a:xfrm>
            <a:off x="5989639" y="6556248"/>
            <a:ext cx="2787651" cy="182880"/>
          </a:xfrm>
          <a:prstGeom prst="rect">
            <a:avLst/>
          </a:prstGeom>
          <a:noFill/>
        </p:spPr>
        <p:txBody>
          <a:bodyPr wrap="none" lIns="0" tIns="0" rIns="0" bIns="0" rtlCol="0" anchor="ctr" anchorCtr="0">
            <a:noAutofit/>
          </a:bodyPr>
          <a:lstStyle/>
          <a:p>
            <a:r>
              <a:rPr sz="800" dirty="0">
                <a:solidFill>
                  <a:srgbClr val="5F5F5F">
                    <a:lumMod val="60000"/>
                    <a:lumOff val="40000"/>
                  </a:srgbClr>
                </a:solidFill>
              </a:rPr>
              <a:t>Copyright © </a:t>
            </a:r>
            <a:r>
              <a:rPr lang="en-US" sz="800" dirty="0">
                <a:solidFill>
                  <a:srgbClr val="5F5F5F">
                    <a:lumMod val="60000"/>
                    <a:lumOff val="40000"/>
                  </a:srgbClr>
                </a:solidFill>
              </a:rPr>
              <a:t>2019</a:t>
            </a:r>
            <a:r>
              <a:rPr lang="en-GB" sz="800" dirty="0">
                <a:solidFill>
                  <a:srgbClr val="5F5F5F">
                    <a:lumMod val="60000"/>
                    <a:lumOff val="40000"/>
                  </a:srgbClr>
                </a:solidFill>
              </a:rPr>
              <a:t> </a:t>
            </a:r>
            <a:r>
              <a:rPr sz="800" dirty="0">
                <a:solidFill>
                  <a:srgbClr val="5F5F5F">
                    <a:lumMod val="60000"/>
                    <a:lumOff val="40000"/>
                  </a:srgbClr>
                </a:solidFill>
              </a:rPr>
              <a:t>Oracle and/or its affiliates. All rights reserved.  |</a:t>
            </a:r>
          </a:p>
        </p:txBody>
      </p:sp>
      <p:sp>
        <p:nvSpPr>
          <p:cNvPr id="5" name="Footer Placeholder 4"/>
          <p:cNvSpPr>
            <a:spLocks noGrp="1"/>
          </p:cNvSpPr>
          <p:nvPr>
            <p:ph type="ftr" sz="quarter" idx="11"/>
          </p:nvPr>
        </p:nvSpPr>
        <p:spPr/>
        <p:txBody>
          <a:bodyPr/>
          <a:lstStyle/>
          <a:p>
            <a:r>
              <a:rPr lang="en-US"/>
              <a:t>Copyright © 2022 Oracle and/or its affiliates.</a:t>
            </a:r>
          </a:p>
        </p:txBody>
      </p:sp>
      <p:sp>
        <p:nvSpPr>
          <p:cNvPr id="6" name="Slide Number Placeholder 5"/>
          <p:cNvSpPr>
            <a:spLocks noGrp="1"/>
          </p:cNvSpPr>
          <p:nvPr>
            <p:ph type="sldNum" sz="quarter" idx="12"/>
          </p:nvPr>
        </p:nvSpPr>
        <p:spPr>
          <a:xfrm>
            <a:off x="11276012" y="6553200"/>
            <a:ext cx="381661" cy="182880"/>
          </a:xfrm>
        </p:spPr>
        <p:txBody>
          <a:bodyPr/>
          <a:lstStyle>
            <a:lvl1pPr>
              <a:defRPr>
                <a:solidFill>
                  <a:srgbClr val="BDC1C5"/>
                </a:solidFill>
              </a:defRPr>
            </a:lvl1pPr>
          </a:lstStyle>
          <a:p>
            <a:fld id="{2F0611DD-C8DD-4654-8D44-9C7C1671D28C}" type="slidenum">
              <a:rPr lang="en-US" smtClean="0"/>
              <a:t>‹#›</a:t>
            </a:fld>
            <a:endParaRPr lang="en-US"/>
          </a:p>
        </p:txBody>
      </p:sp>
      <p:pic>
        <p:nvPicPr>
          <p:cNvPr id="12" name="Oracle red badge logo" descr="Oracle logo in white on red staging backgroun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ltGray">
          <a:xfrm>
            <a:off x="531813" y="6263640"/>
            <a:ext cx="1622861" cy="594360"/>
          </a:xfrm>
          <a:prstGeom prst="rect">
            <a:avLst/>
          </a:prstGeom>
        </p:spPr>
      </p:pic>
    </p:spTree>
    <p:extLst>
      <p:ext uri="{BB962C8B-B14F-4D97-AF65-F5344CB8AC3E}">
        <p14:creationId xmlns:p14="http://schemas.microsoft.com/office/powerpoint/2010/main" val="2133540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Copyright © 2022 Oracle and/or its affiliates.</a:t>
            </a:r>
          </a:p>
        </p:txBody>
      </p:sp>
      <p:sp>
        <p:nvSpPr>
          <p:cNvPr id="6" name="Slide Number Placeholder 5"/>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1663320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7" name="Text Placeholder 12"/>
          <p:cNvSpPr>
            <a:spLocks noGrp="1"/>
          </p:cNvSpPr>
          <p:nvPr>
            <p:ph type="body" sz="quarter" idx="13" hasCustomPrompt="1"/>
          </p:nvPr>
        </p:nvSpPr>
        <p:spPr>
          <a:xfrm>
            <a:off x="531814" y="1373743"/>
            <a:ext cx="11125199" cy="343299"/>
          </a:xfrm>
        </p:spPr>
        <p:txBody>
          <a:bodyPr>
            <a:noAutofit/>
          </a:bodyPr>
          <a:lstStyle>
            <a:lvl1pPr marL="1588" indent="0">
              <a:spcBef>
                <a:spcPts val="0"/>
              </a:spcBef>
              <a:buFontTx/>
              <a:buNone/>
              <a:defRPr sz="2399" b="1" baseline="0"/>
            </a:lvl1pPr>
            <a:lvl2pPr marL="1588" indent="0">
              <a:buFontTx/>
              <a:buNone/>
              <a:defRPr sz="2399"/>
            </a:lvl2pPr>
            <a:lvl3pPr marL="1588" indent="0">
              <a:buFontTx/>
              <a:buNone/>
              <a:defRPr sz="2399"/>
            </a:lvl3pPr>
            <a:lvl4pPr marL="1588" indent="0">
              <a:buFontTx/>
              <a:buNone/>
              <a:defRPr sz="2399"/>
            </a:lvl4pPr>
            <a:lvl5pPr marL="1588" indent="0">
              <a:buFontTx/>
              <a:buNone/>
              <a:defRPr sz="2399"/>
            </a:lvl5pPr>
            <a:lvl6pPr marL="1588" indent="0">
              <a:buFontTx/>
              <a:buNone/>
              <a:defRPr sz="2399"/>
            </a:lvl6pPr>
            <a:lvl7pPr marL="1588" indent="0">
              <a:buFontTx/>
              <a:buNone/>
              <a:defRPr sz="2399"/>
            </a:lvl7pPr>
            <a:lvl8pPr marL="1588" indent="0">
              <a:buFontTx/>
              <a:buNone/>
              <a:defRPr sz="2399"/>
            </a:lvl8pPr>
            <a:lvl9pPr marL="1588" indent="0">
              <a:buFontTx/>
              <a:buNone/>
              <a:defRPr sz="2399"/>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Copyright © 2022 Oracle and/or its affiliates.</a:t>
            </a:r>
          </a:p>
        </p:txBody>
      </p:sp>
      <p:sp>
        <p:nvSpPr>
          <p:cNvPr id="6" name="Slide Number Placeholder 5"/>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88126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399"/>
              </a:spcBef>
              <a:buNone/>
              <a:defRPr sz="2799"/>
            </a:lvl1pPr>
            <a:lvl2pPr marL="1588" indent="0">
              <a:spcBef>
                <a:spcPts val="2399"/>
              </a:spcBef>
              <a:buNone/>
              <a:defRPr sz="2799"/>
            </a:lvl2pPr>
            <a:lvl3pPr marL="1588" indent="0">
              <a:spcBef>
                <a:spcPts val="2399"/>
              </a:spcBef>
              <a:buNone/>
              <a:defRPr sz="2799"/>
            </a:lvl3pPr>
            <a:lvl4pPr marL="1588" indent="0">
              <a:spcBef>
                <a:spcPts val="2399"/>
              </a:spcBef>
              <a:buNone/>
              <a:defRPr sz="2799"/>
            </a:lvl4pPr>
            <a:lvl5pPr marL="1588" indent="0">
              <a:spcBef>
                <a:spcPts val="2399"/>
              </a:spcBef>
              <a:buNone/>
              <a:defRPr sz="2799"/>
            </a:lvl5pPr>
            <a:lvl6pPr marL="1588" indent="0">
              <a:spcBef>
                <a:spcPts val="2399"/>
              </a:spcBef>
              <a:buNone/>
              <a:defRPr sz="2799"/>
            </a:lvl6pPr>
            <a:lvl7pPr marL="1588" indent="0">
              <a:spcBef>
                <a:spcPts val="2399"/>
              </a:spcBef>
              <a:buNone/>
              <a:defRPr sz="2799"/>
            </a:lvl7pPr>
            <a:lvl8pPr marL="1588" indent="0">
              <a:spcBef>
                <a:spcPts val="2399"/>
              </a:spcBef>
              <a:buNone/>
              <a:defRPr sz="2799"/>
            </a:lvl8pPr>
            <a:lvl9pPr marL="1588" indent="0">
              <a:spcBef>
                <a:spcPts val="2399"/>
              </a:spcBef>
              <a:buNone/>
              <a:defRPr sz="2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noAutofit/>
          </a:bodyPr>
          <a:lstStyle/>
          <a:p>
            <a:endParaRPr lang="en-US"/>
          </a:p>
        </p:txBody>
      </p:sp>
      <p:sp>
        <p:nvSpPr>
          <p:cNvPr id="5" name="Footer Placeholder 4"/>
          <p:cNvSpPr>
            <a:spLocks noGrp="1"/>
          </p:cNvSpPr>
          <p:nvPr>
            <p:ph type="ftr" sz="quarter" idx="11"/>
          </p:nvPr>
        </p:nvSpPr>
        <p:spPr/>
        <p:txBody>
          <a:bodyPr>
            <a:noAutofit/>
          </a:bodyPr>
          <a:lstStyle/>
          <a:p>
            <a:r>
              <a:rPr lang="en-US"/>
              <a:t>Copyright © 2022 Oracle and/or its affiliates.</a:t>
            </a:r>
          </a:p>
        </p:txBody>
      </p:sp>
      <p:sp>
        <p:nvSpPr>
          <p:cNvPr id="6" name="Slide Number Placeholder 5"/>
          <p:cNvSpPr>
            <a:spLocks noGrp="1"/>
          </p:cNvSpPr>
          <p:nvPr>
            <p:ph type="sldNum" sz="quarter" idx="12"/>
          </p:nvPr>
        </p:nvSpPr>
        <p:spPr/>
        <p:txBody>
          <a:bodyPr>
            <a:noAutofit/>
          </a:bodyPr>
          <a:lstStyle/>
          <a:p>
            <a:fld id="{2F0611DD-C8DD-4654-8D44-9C7C1671D28C}" type="slidenum">
              <a:rPr lang="en-US" smtClean="0"/>
              <a:t>‹#›</a:t>
            </a:fld>
            <a:endParaRPr lang="en-US"/>
          </a:p>
        </p:txBody>
      </p:sp>
    </p:spTree>
    <p:extLst>
      <p:ext uri="{BB962C8B-B14F-4D97-AF65-F5344CB8AC3E}">
        <p14:creationId xmlns:p14="http://schemas.microsoft.com/office/powerpoint/2010/main" val="1402257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799" b="0" cap="none" baseline="0"/>
            </a:lvl1pPr>
          </a:lstStyle>
          <a:p>
            <a:r>
              <a:rPr lang="en-US"/>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399" b="1">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Copyright © 2022 Oracle and/or its affiliates.</a:t>
            </a:r>
          </a:p>
        </p:txBody>
      </p:sp>
      <p:sp>
        <p:nvSpPr>
          <p:cNvPr id="6" name="Slide Number Placeholder 5"/>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3197594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3" y="1905000"/>
            <a:ext cx="8456613" cy="2209800"/>
          </a:xfrm>
        </p:spPr>
        <p:txBody>
          <a:bodyPr anchor="t"/>
          <a:lstStyle>
            <a:lvl1pPr marL="228531" indent="-228531" algn="l">
              <a:defRPr sz="3999"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012" indent="-292012">
              <a:spcBef>
                <a:spcPts val="0"/>
              </a:spcBef>
              <a:buClr>
                <a:schemeClr val="tx1"/>
              </a:buClr>
              <a:buFont typeface="Arial" panose="020B0604020202020204" pitchFamily="34" charset="0"/>
              <a:buChar char="–"/>
              <a:defRPr sz="23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45708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799"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3" y="1905000"/>
            <a:ext cx="8456613" cy="2209800"/>
          </a:xfrm>
        </p:spPr>
        <p:txBody>
          <a:bodyPr anchor="t"/>
          <a:lstStyle>
            <a:lvl1pPr marL="228531" indent="-228531" algn="l">
              <a:defRPr sz="3999"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012" indent="-292012">
              <a:spcBef>
                <a:spcPts val="0"/>
              </a:spcBef>
              <a:buClr>
                <a:schemeClr val="tx1"/>
              </a:buClr>
              <a:buFont typeface="Arial" panose="020B0604020202020204" pitchFamily="34" charset="0"/>
              <a:buChar char="–"/>
              <a:defRPr sz="23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405111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799"/>
            </a:lvl1pPr>
            <a:lvl2pPr>
              <a:defRPr sz="2399"/>
            </a:lvl2pPr>
            <a:lvl3pPr>
              <a:defRPr sz="1999"/>
            </a:lvl3pPr>
            <a:lvl4pPr>
              <a:defRPr sz="1799"/>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799"/>
            </a:lvl1pPr>
            <a:lvl2pPr>
              <a:defRPr sz="2399"/>
            </a:lvl2pPr>
            <a:lvl3pPr>
              <a:defRPr sz="1999"/>
            </a:lvl3pPr>
            <a:lvl4pPr>
              <a:defRPr sz="1799"/>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769512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531815" y="1524001"/>
            <a:ext cx="3474720" cy="4419600"/>
          </a:xfrm>
        </p:spPr>
        <p:txBody>
          <a:bodyPr>
            <a:noAutofit/>
          </a:bodyPr>
          <a:lstStyle>
            <a:lvl1pPr>
              <a:defRPr sz="2399"/>
            </a:lvl1pPr>
            <a:lvl2pPr>
              <a:defRPr sz="1999"/>
            </a:lvl2pPr>
            <a:lvl3pPr>
              <a:defRPr sz="1799"/>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3" y="1524001"/>
            <a:ext cx="3474720" cy="4419600"/>
          </a:xfrm>
        </p:spPr>
        <p:txBody>
          <a:bodyPr>
            <a:noAutofit/>
          </a:bodyPr>
          <a:lstStyle>
            <a:lvl1pPr>
              <a:defRPr sz="2399"/>
            </a:lvl1pPr>
            <a:lvl2pPr>
              <a:defRPr sz="1999"/>
            </a:lvl2pPr>
            <a:lvl3pPr>
              <a:defRPr sz="1799"/>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399"/>
            </a:lvl1pPr>
            <a:lvl2pPr>
              <a:defRPr sz="1999"/>
            </a:lvl2pPr>
            <a:lvl3pPr>
              <a:defRPr sz="1799"/>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358902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3"/>
            <a:ext cx="5410199" cy="2133599"/>
          </a:xfrm>
        </p:spPr>
        <p:txBody>
          <a:bodyPr>
            <a:noAutofit/>
          </a:bodyPr>
          <a:lstStyle>
            <a:lvl1pPr>
              <a:defRPr sz="2399"/>
            </a:lvl1pPr>
            <a:lvl2pPr>
              <a:defRPr sz="1999"/>
            </a:lvl2pPr>
            <a:lvl3pPr>
              <a:defRPr sz="1799"/>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6814" y="1524003"/>
            <a:ext cx="5410198" cy="2133599"/>
          </a:xfrm>
        </p:spPr>
        <p:txBody>
          <a:bodyPr>
            <a:noAutofit/>
          </a:bodyPr>
          <a:lstStyle>
            <a:lvl1pPr>
              <a:defRPr sz="2399"/>
            </a:lvl1pPr>
            <a:lvl2pPr>
              <a:defRPr sz="1999"/>
            </a:lvl2pPr>
            <a:lvl3pPr>
              <a:defRPr sz="1799"/>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
        <p:nvSpPr>
          <p:cNvPr id="8" name="Content Placeholder 2"/>
          <p:cNvSpPr>
            <a:spLocks noGrp="1"/>
          </p:cNvSpPr>
          <p:nvPr>
            <p:ph sz="half" idx="13"/>
          </p:nvPr>
        </p:nvSpPr>
        <p:spPr>
          <a:xfrm>
            <a:off x="531813" y="3810003"/>
            <a:ext cx="5410199" cy="2133599"/>
          </a:xfrm>
        </p:spPr>
        <p:txBody>
          <a:bodyPr>
            <a:noAutofit/>
          </a:bodyPr>
          <a:lstStyle>
            <a:lvl1pPr>
              <a:defRPr sz="2399"/>
            </a:lvl1pPr>
            <a:lvl2pPr>
              <a:defRPr sz="1999"/>
            </a:lvl2pPr>
            <a:lvl3pPr>
              <a:defRPr sz="1799"/>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4"/>
          </p:nvPr>
        </p:nvSpPr>
        <p:spPr>
          <a:xfrm>
            <a:off x="6246814" y="3810003"/>
            <a:ext cx="5410198" cy="2133599"/>
          </a:xfrm>
        </p:spPr>
        <p:txBody>
          <a:bodyPr>
            <a:noAutofit/>
          </a:bodyPr>
          <a:lstStyle>
            <a:lvl1pPr>
              <a:defRPr sz="2399"/>
            </a:lvl1pPr>
            <a:lvl2pPr>
              <a:defRPr sz="1999"/>
            </a:lvl2pPr>
            <a:lvl3pPr>
              <a:defRPr sz="1799"/>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a:t>Click to edit Master title style</a:t>
            </a:r>
            <a:endParaRPr dirty="0"/>
          </a:p>
        </p:txBody>
      </p:sp>
    </p:spTree>
    <p:extLst>
      <p:ext uri="{BB962C8B-B14F-4D97-AF65-F5344CB8AC3E}">
        <p14:creationId xmlns:p14="http://schemas.microsoft.com/office/powerpoint/2010/main" val="2988499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399"/>
            </a:lvl1pPr>
            <a:lvl2pPr marL="171399" indent="-171399">
              <a:spcBef>
                <a:spcPts val="1200"/>
              </a:spcBef>
              <a:buFont typeface="Arial" panose="020B0604020202020204" pitchFamily="34" charset="0"/>
              <a:buChar char="•"/>
              <a:defRPr sz="1999"/>
            </a:lvl2pPr>
            <a:lvl3pPr marL="171399" indent="-171399">
              <a:spcBef>
                <a:spcPts val="1200"/>
              </a:spcBef>
              <a:buFont typeface="Arial" panose="020B0604020202020204" pitchFamily="34" charset="0"/>
              <a:buChar char="•"/>
              <a:defRPr sz="1999"/>
            </a:lvl3pPr>
            <a:lvl4pPr marL="171399" indent="-171399">
              <a:spcBef>
                <a:spcPts val="1200"/>
              </a:spcBef>
              <a:buFont typeface="Arial" panose="020B0604020202020204" pitchFamily="34" charset="0"/>
              <a:buChar char="•"/>
              <a:defRPr sz="1999"/>
            </a:lvl4pPr>
            <a:lvl5pPr marL="171399" indent="-171399">
              <a:spcBef>
                <a:spcPts val="1200"/>
              </a:spcBef>
              <a:buFont typeface="Arial" panose="020B0604020202020204" pitchFamily="34" charset="0"/>
              <a:buChar char="•"/>
              <a:defRPr sz="1999"/>
            </a:lvl5pPr>
            <a:lvl6pPr marL="171399" indent="-171399">
              <a:spcBef>
                <a:spcPts val="1200"/>
              </a:spcBef>
              <a:buFont typeface="Arial" panose="020B0604020202020204" pitchFamily="34" charset="0"/>
              <a:buChar char="•"/>
              <a:defRPr sz="1999"/>
            </a:lvl6pPr>
            <a:lvl7pPr marL="171399" indent="-171399">
              <a:spcBef>
                <a:spcPts val="1200"/>
              </a:spcBef>
              <a:buFont typeface="Arial" panose="020B0604020202020204" pitchFamily="34" charset="0"/>
              <a:buChar char="•"/>
              <a:defRPr sz="1999"/>
            </a:lvl7pPr>
            <a:lvl8pPr marL="171399" indent="-171399">
              <a:spcBef>
                <a:spcPts val="1200"/>
              </a:spcBef>
              <a:buFont typeface="Arial" panose="020B0604020202020204" pitchFamily="34" charset="0"/>
              <a:buChar char="•"/>
              <a:defRPr sz="1999"/>
            </a:lvl8pPr>
            <a:lvl9pPr marL="171399" indent="-171399">
              <a:spcBef>
                <a:spcPts val="1200"/>
              </a:spcBef>
              <a:buFont typeface="Arial" panose="020B0604020202020204" pitchFamily="34" charset="0"/>
              <a:buChar char="•"/>
              <a:defRPr sz="1999"/>
            </a:lvl9pPr>
          </a:lstStyle>
          <a:p>
            <a:pPr lvl="0"/>
            <a:r>
              <a:rPr lang="en-US"/>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3" y="1524001"/>
            <a:ext cx="3505201" cy="2011680"/>
          </a:xfrm>
        </p:spPr>
        <p:txBody>
          <a:bodyPr anchor="ctr">
            <a:noAutofit/>
          </a:bodyPr>
          <a:lstStyle>
            <a:lvl1pPr marL="0" indent="0">
              <a:spcBef>
                <a:spcPts val="1200"/>
              </a:spcBef>
              <a:buFont typeface="Arial" panose="020B0604020202020204" pitchFamily="34" charset="0"/>
              <a:buNone/>
              <a:defRPr sz="2399"/>
            </a:lvl1pPr>
            <a:lvl2pPr marL="171399" indent="-171399">
              <a:spcBef>
                <a:spcPts val="1200"/>
              </a:spcBef>
              <a:buFont typeface="Arial" panose="020B0604020202020204" pitchFamily="34" charset="0"/>
              <a:buChar char="•"/>
              <a:defRPr sz="1999"/>
            </a:lvl2pPr>
            <a:lvl3pPr marL="171399" indent="-171399">
              <a:spcBef>
                <a:spcPts val="1200"/>
              </a:spcBef>
              <a:buFont typeface="Arial" panose="020B0604020202020204" pitchFamily="34" charset="0"/>
              <a:buChar char="•"/>
              <a:defRPr sz="1999"/>
            </a:lvl3pPr>
            <a:lvl4pPr marL="171399" indent="-171399">
              <a:spcBef>
                <a:spcPts val="1200"/>
              </a:spcBef>
              <a:buFont typeface="Arial" panose="020B0604020202020204" pitchFamily="34" charset="0"/>
              <a:buChar char="•"/>
              <a:defRPr sz="1999"/>
            </a:lvl4pPr>
            <a:lvl5pPr marL="171399" indent="-171399">
              <a:spcBef>
                <a:spcPts val="1200"/>
              </a:spcBef>
              <a:buFont typeface="Arial" panose="020B0604020202020204" pitchFamily="34" charset="0"/>
              <a:buChar char="•"/>
              <a:defRPr sz="1999"/>
            </a:lvl5pPr>
            <a:lvl6pPr marL="171399" indent="-171399">
              <a:spcBef>
                <a:spcPts val="1200"/>
              </a:spcBef>
              <a:buFont typeface="Arial" panose="020B0604020202020204" pitchFamily="34" charset="0"/>
              <a:buChar char="•"/>
              <a:defRPr sz="1999"/>
            </a:lvl6pPr>
            <a:lvl7pPr marL="171399" indent="-171399">
              <a:spcBef>
                <a:spcPts val="1200"/>
              </a:spcBef>
              <a:buFont typeface="Arial" panose="020B0604020202020204" pitchFamily="34" charset="0"/>
              <a:buChar char="•"/>
              <a:defRPr sz="1999"/>
            </a:lvl7pPr>
            <a:lvl8pPr marL="171399" indent="-171399">
              <a:spcBef>
                <a:spcPts val="1200"/>
              </a:spcBef>
              <a:buFont typeface="Arial" panose="020B0604020202020204" pitchFamily="34" charset="0"/>
              <a:buChar char="•"/>
              <a:defRPr sz="1999"/>
            </a:lvl8pPr>
            <a:lvl9pPr marL="171399" indent="-171399">
              <a:spcBef>
                <a:spcPts val="1200"/>
              </a:spcBef>
              <a:buFont typeface="Arial" panose="020B0604020202020204" pitchFamily="34" charset="0"/>
              <a:buChar char="•"/>
              <a:defRPr sz="1999"/>
            </a:lvl9pPr>
          </a:lstStyle>
          <a:p>
            <a:pPr lvl="0"/>
            <a:r>
              <a:rPr lang="en-US"/>
              <a:t>Click to edit Master text styles</a:t>
            </a:r>
          </a:p>
        </p:txBody>
      </p:sp>
      <p:cxnSp>
        <p:nvCxnSpPr>
          <p:cNvPr id="13" name="Straight Connector 12"/>
          <p:cNvCxnSpPr/>
          <p:nvPr/>
        </p:nvCxnSpPr>
        <p:spPr bwMode="ltGray">
          <a:xfrm flipH="1">
            <a:off x="531814"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399"/>
            </a:lvl1pPr>
            <a:lvl2pPr marL="171399" indent="-171399">
              <a:spcBef>
                <a:spcPts val="1200"/>
              </a:spcBef>
              <a:buFont typeface="Arial" panose="020B0604020202020204" pitchFamily="34" charset="0"/>
              <a:buChar char="•"/>
              <a:defRPr sz="1999"/>
            </a:lvl2pPr>
            <a:lvl3pPr marL="171399" indent="-171399">
              <a:spcBef>
                <a:spcPts val="1200"/>
              </a:spcBef>
              <a:buFont typeface="Arial" panose="020B0604020202020204" pitchFamily="34" charset="0"/>
              <a:buChar char="•"/>
              <a:defRPr sz="1999"/>
            </a:lvl3pPr>
            <a:lvl4pPr marL="171399" indent="-171399">
              <a:spcBef>
                <a:spcPts val="1200"/>
              </a:spcBef>
              <a:buFont typeface="Arial" panose="020B0604020202020204" pitchFamily="34" charset="0"/>
              <a:buChar char="•"/>
              <a:defRPr sz="1999"/>
            </a:lvl4pPr>
            <a:lvl5pPr marL="171399" indent="-171399">
              <a:spcBef>
                <a:spcPts val="1200"/>
              </a:spcBef>
              <a:buFont typeface="Arial" panose="020B0604020202020204" pitchFamily="34" charset="0"/>
              <a:buChar char="•"/>
              <a:defRPr sz="1999"/>
            </a:lvl5pPr>
            <a:lvl6pPr marL="171399" indent="-171399">
              <a:spcBef>
                <a:spcPts val="1200"/>
              </a:spcBef>
              <a:buFont typeface="Arial" panose="020B0604020202020204" pitchFamily="34" charset="0"/>
              <a:buChar char="•"/>
              <a:defRPr sz="1999"/>
            </a:lvl6pPr>
            <a:lvl7pPr marL="171399" indent="-171399">
              <a:spcBef>
                <a:spcPts val="1200"/>
              </a:spcBef>
              <a:buFont typeface="Arial" panose="020B0604020202020204" pitchFamily="34" charset="0"/>
              <a:buChar char="•"/>
              <a:defRPr sz="1999"/>
            </a:lvl7pPr>
            <a:lvl8pPr marL="171399" indent="-171399">
              <a:spcBef>
                <a:spcPts val="1200"/>
              </a:spcBef>
              <a:buFont typeface="Arial" panose="020B0604020202020204" pitchFamily="34" charset="0"/>
              <a:buChar char="•"/>
              <a:defRPr sz="1999"/>
            </a:lvl8pPr>
            <a:lvl9pPr marL="171399" indent="-171399">
              <a:spcBef>
                <a:spcPts val="1200"/>
              </a:spcBef>
              <a:buFont typeface="Arial" panose="020B0604020202020204" pitchFamily="34" charset="0"/>
              <a:buChar char="•"/>
              <a:defRPr sz="1999"/>
            </a:lvl9pPr>
          </a:lstStyle>
          <a:p>
            <a:pPr lvl="0"/>
            <a:r>
              <a:rPr lang="en-US"/>
              <a:t>Click to edit Master text styles</a:t>
            </a:r>
          </a:p>
        </p:txBody>
      </p:sp>
      <p:sp>
        <p:nvSpPr>
          <p:cNvPr id="18" name="Text Placeholder 11"/>
          <p:cNvSpPr>
            <a:spLocks noGrp="1"/>
          </p:cNvSpPr>
          <p:nvPr>
            <p:ph type="body" sz="quarter" idx="18"/>
          </p:nvPr>
        </p:nvSpPr>
        <p:spPr>
          <a:xfrm>
            <a:off x="8151813" y="3931920"/>
            <a:ext cx="3505201" cy="2011680"/>
          </a:xfrm>
        </p:spPr>
        <p:txBody>
          <a:bodyPr anchor="ctr">
            <a:noAutofit/>
          </a:bodyPr>
          <a:lstStyle>
            <a:lvl1pPr marL="0" indent="0">
              <a:spcBef>
                <a:spcPts val="1200"/>
              </a:spcBef>
              <a:buFont typeface="Arial" panose="020B0604020202020204" pitchFamily="34" charset="0"/>
              <a:buNone/>
              <a:defRPr sz="2399"/>
            </a:lvl1pPr>
            <a:lvl2pPr marL="171399" indent="-171399">
              <a:spcBef>
                <a:spcPts val="1200"/>
              </a:spcBef>
              <a:buFont typeface="Arial" panose="020B0604020202020204" pitchFamily="34" charset="0"/>
              <a:buChar char="•"/>
              <a:defRPr sz="1999"/>
            </a:lvl2pPr>
            <a:lvl3pPr marL="171399" indent="-171399">
              <a:spcBef>
                <a:spcPts val="1200"/>
              </a:spcBef>
              <a:buFont typeface="Arial" panose="020B0604020202020204" pitchFamily="34" charset="0"/>
              <a:buChar char="•"/>
              <a:defRPr sz="1999"/>
            </a:lvl3pPr>
            <a:lvl4pPr marL="171399" indent="-171399">
              <a:spcBef>
                <a:spcPts val="1200"/>
              </a:spcBef>
              <a:buFont typeface="Arial" panose="020B0604020202020204" pitchFamily="34" charset="0"/>
              <a:buChar char="•"/>
              <a:defRPr sz="1999"/>
            </a:lvl4pPr>
            <a:lvl5pPr marL="171399" indent="-171399">
              <a:spcBef>
                <a:spcPts val="1200"/>
              </a:spcBef>
              <a:buFont typeface="Arial" panose="020B0604020202020204" pitchFamily="34" charset="0"/>
              <a:buChar char="•"/>
              <a:defRPr sz="1999"/>
            </a:lvl5pPr>
            <a:lvl6pPr marL="171399" indent="-171399">
              <a:spcBef>
                <a:spcPts val="1200"/>
              </a:spcBef>
              <a:buFont typeface="Arial" panose="020B0604020202020204" pitchFamily="34" charset="0"/>
              <a:buChar char="•"/>
              <a:defRPr sz="1999"/>
            </a:lvl6pPr>
            <a:lvl7pPr marL="171399" indent="-171399">
              <a:spcBef>
                <a:spcPts val="1200"/>
              </a:spcBef>
              <a:buFont typeface="Arial" panose="020B0604020202020204" pitchFamily="34" charset="0"/>
              <a:buChar char="•"/>
              <a:defRPr sz="1999"/>
            </a:lvl7pPr>
            <a:lvl8pPr marL="171399" indent="-171399">
              <a:spcBef>
                <a:spcPts val="1200"/>
              </a:spcBef>
              <a:buFont typeface="Arial" panose="020B0604020202020204" pitchFamily="34" charset="0"/>
              <a:buChar char="•"/>
              <a:defRPr sz="1999"/>
            </a:lvl8pPr>
            <a:lvl9pPr marL="171399" indent="-171399">
              <a:spcBef>
                <a:spcPts val="1200"/>
              </a:spcBef>
              <a:buFont typeface="Arial" panose="020B0604020202020204" pitchFamily="34" charset="0"/>
              <a:buChar char="•"/>
              <a:defRPr sz="1999"/>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2573252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595" b="1">
                <a:solidFill>
                  <a:schemeClr val="accent5"/>
                </a:solidFill>
              </a:defRPr>
            </a:lvl1pPr>
          </a:lstStyle>
          <a:p>
            <a:r>
              <a:rPr lang="en-US" dirty="0"/>
              <a:t>XX</a:t>
            </a:r>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799"/>
            </a:lvl1pPr>
            <a:lvl2pPr marL="171399" indent="-171399">
              <a:spcBef>
                <a:spcPts val="1200"/>
              </a:spcBef>
              <a:buFont typeface="Arial" panose="020B0604020202020204" pitchFamily="34" charset="0"/>
              <a:buChar char="•"/>
              <a:defRPr sz="1999"/>
            </a:lvl2pPr>
            <a:lvl3pPr marL="171399" indent="-171399">
              <a:spcBef>
                <a:spcPts val="1200"/>
              </a:spcBef>
              <a:buFont typeface="Arial" panose="020B0604020202020204" pitchFamily="34" charset="0"/>
              <a:buChar char="•"/>
              <a:defRPr sz="1999"/>
            </a:lvl3pPr>
            <a:lvl4pPr marL="171399" indent="-171399">
              <a:spcBef>
                <a:spcPts val="1200"/>
              </a:spcBef>
              <a:buFont typeface="Arial" panose="020B0604020202020204" pitchFamily="34" charset="0"/>
              <a:buChar char="•"/>
              <a:defRPr sz="1999"/>
            </a:lvl4pPr>
            <a:lvl5pPr marL="171399" indent="-171399">
              <a:spcBef>
                <a:spcPts val="1200"/>
              </a:spcBef>
              <a:buFont typeface="Arial" panose="020B0604020202020204" pitchFamily="34" charset="0"/>
              <a:buChar char="•"/>
              <a:defRPr sz="1999"/>
            </a:lvl5pPr>
            <a:lvl6pPr marL="171399" indent="-171399">
              <a:spcBef>
                <a:spcPts val="1200"/>
              </a:spcBef>
              <a:buFont typeface="Arial" panose="020B0604020202020204" pitchFamily="34" charset="0"/>
              <a:buChar char="•"/>
              <a:defRPr sz="1999"/>
            </a:lvl6pPr>
            <a:lvl7pPr marL="171399" indent="-171399">
              <a:spcBef>
                <a:spcPts val="1200"/>
              </a:spcBef>
              <a:buFont typeface="Arial" panose="020B0604020202020204" pitchFamily="34" charset="0"/>
              <a:buChar char="•"/>
              <a:defRPr sz="1999"/>
            </a:lvl7pPr>
            <a:lvl8pPr marL="171399" indent="-171399">
              <a:spcBef>
                <a:spcPts val="1200"/>
              </a:spcBef>
              <a:buFont typeface="Arial" panose="020B0604020202020204" pitchFamily="34" charset="0"/>
              <a:buChar char="•"/>
              <a:defRPr sz="1999"/>
            </a:lvl8pPr>
            <a:lvl9pPr marL="171399" indent="-171399">
              <a:spcBef>
                <a:spcPts val="1200"/>
              </a:spcBef>
              <a:buFont typeface="Arial" panose="020B0604020202020204" pitchFamily="34" charset="0"/>
              <a:buChar char="•"/>
              <a:defRPr sz="1999"/>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1688382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7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799"/>
            </a:lvl1pPr>
            <a:lvl2pPr>
              <a:defRPr sz="2399"/>
            </a:lvl2pPr>
            <a:lvl3pPr>
              <a:defRPr sz="1999"/>
            </a:lvl3pPr>
            <a:lvl4pPr>
              <a:defRPr sz="1799"/>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7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799"/>
            </a:lvl1pPr>
            <a:lvl2pPr>
              <a:defRPr sz="2399"/>
            </a:lvl2pPr>
            <a:lvl3pPr>
              <a:defRPr sz="1999"/>
            </a:lvl3pPr>
            <a:lvl4pPr>
              <a:defRPr sz="1799"/>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noAutofit/>
          </a:bodyPr>
          <a:lstStyle/>
          <a:p>
            <a:endParaRPr lang="en-US"/>
          </a:p>
        </p:txBody>
      </p:sp>
      <p:sp>
        <p:nvSpPr>
          <p:cNvPr id="8" name="Footer Placeholder 7"/>
          <p:cNvSpPr>
            <a:spLocks noGrp="1"/>
          </p:cNvSpPr>
          <p:nvPr>
            <p:ph type="ftr" sz="quarter" idx="11"/>
          </p:nvPr>
        </p:nvSpPr>
        <p:spPr/>
        <p:txBody>
          <a:bodyPr>
            <a:noAutofit/>
          </a:bodyPr>
          <a:lstStyle/>
          <a:p>
            <a:r>
              <a:rPr lang="en-US"/>
              <a:t>Copyright © 2022 Oracle and/or its affiliates.</a:t>
            </a:r>
          </a:p>
        </p:txBody>
      </p:sp>
      <p:sp>
        <p:nvSpPr>
          <p:cNvPr id="9" name="Slide Number Placeholder 8"/>
          <p:cNvSpPr>
            <a:spLocks noGrp="1"/>
          </p:cNvSpPr>
          <p:nvPr>
            <p:ph type="sldNum" sz="quarter" idx="12"/>
          </p:nvPr>
        </p:nvSpPr>
        <p:spPr/>
        <p:txBody>
          <a:bodyPr>
            <a:noAutofit/>
          </a:bodyPr>
          <a:lstStyle/>
          <a:p>
            <a:fld id="{2F0611DD-C8DD-4654-8D44-9C7C1671D28C}" type="slidenum">
              <a:rPr lang="en-US" smtClean="0"/>
              <a:t>‹#›</a:t>
            </a:fld>
            <a:endParaRPr lang="en-US"/>
          </a:p>
        </p:txBody>
      </p:sp>
    </p:spTree>
    <p:extLst>
      <p:ext uri="{BB962C8B-B14F-4D97-AF65-F5344CB8AC3E}">
        <p14:creationId xmlns:p14="http://schemas.microsoft.com/office/powerpoint/2010/main" val="663301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Copyright © 2022 Oracle and/or its affiliates.</a:t>
            </a:r>
          </a:p>
        </p:txBody>
      </p:sp>
      <p:sp>
        <p:nvSpPr>
          <p:cNvPr id="5" name="Slide Number Placeholder 4"/>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3108007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endParaRPr dirty="0"/>
          </a:p>
        </p:txBody>
      </p:sp>
      <p:sp>
        <p:nvSpPr>
          <p:cNvPr id="6" name="Text Placeholder 12"/>
          <p:cNvSpPr>
            <a:spLocks noGrp="1"/>
          </p:cNvSpPr>
          <p:nvPr>
            <p:ph type="body" sz="quarter" idx="13" hasCustomPrompt="1"/>
          </p:nvPr>
        </p:nvSpPr>
        <p:spPr>
          <a:xfrm>
            <a:off x="531814" y="1373743"/>
            <a:ext cx="11125198" cy="343299"/>
          </a:xfrm>
        </p:spPr>
        <p:txBody>
          <a:bodyPr>
            <a:noAutofit/>
          </a:bodyPr>
          <a:lstStyle>
            <a:lvl1pPr marL="1588" indent="0">
              <a:spcBef>
                <a:spcPts val="0"/>
              </a:spcBef>
              <a:buFontTx/>
              <a:buNone/>
              <a:defRPr sz="2399" b="1" baseline="0"/>
            </a:lvl1pPr>
            <a:lvl2pPr marL="1588" indent="0">
              <a:buFontTx/>
              <a:buNone/>
              <a:defRPr sz="2399"/>
            </a:lvl2pPr>
            <a:lvl3pPr marL="1588" indent="0">
              <a:buFontTx/>
              <a:buNone/>
              <a:defRPr sz="2399"/>
            </a:lvl3pPr>
            <a:lvl4pPr marL="1588" indent="0">
              <a:buFontTx/>
              <a:buNone/>
              <a:defRPr sz="2399"/>
            </a:lvl4pPr>
            <a:lvl5pPr marL="1588" indent="0">
              <a:buFontTx/>
              <a:buNone/>
              <a:defRPr sz="2399"/>
            </a:lvl5pPr>
            <a:lvl6pPr marL="1588" indent="0">
              <a:buFontTx/>
              <a:buNone/>
              <a:defRPr sz="2399"/>
            </a:lvl6pPr>
            <a:lvl7pPr marL="1588" indent="0">
              <a:buFontTx/>
              <a:buNone/>
              <a:defRPr sz="2399"/>
            </a:lvl7pPr>
            <a:lvl8pPr marL="1588" indent="0">
              <a:buFontTx/>
              <a:buNone/>
              <a:defRPr sz="2399"/>
            </a:lvl8pPr>
            <a:lvl9pPr marL="1588" indent="0">
              <a:buFontTx/>
              <a:buNone/>
              <a:defRPr sz="2399"/>
            </a:lvl9pPr>
          </a:lstStyle>
          <a:p>
            <a:pPr lvl="0"/>
            <a:r>
              <a:rPr dirty="0"/>
              <a:t>Click to add subtitle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Copyright © 2022 Oracle and/or its affiliates.</a:t>
            </a:r>
          </a:p>
        </p:txBody>
      </p:sp>
      <p:sp>
        <p:nvSpPr>
          <p:cNvPr id="5" name="Slide Number Placeholder 4"/>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247770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Copyright © 2022 Oracle and/or its affiliates.</a:t>
            </a:r>
          </a:p>
        </p:txBody>
      </p:sp>
      <p:sp>
        <p:nvSpPr>
          <p:cNvPr id="4" name="Slide Number Placeholder 3"/>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240396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799"/>
            </a:lvl1pPr>
            <a:lvl2pPr>
              <a:defRPr sz="2399"/>
            </a:lvl2pPr>
            <a:lvl3pPr>
              <a:defRPr sz="1999"/>
            </a:lvl3pPr>
            <a:lvl4pPr>
              <a:defRPr sz="1799"/>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777289" y="1524001"/>
            <a:ext cx="2879725" cy="4419600"/>
          </a:xfrm>
        </p:spPr>
        <p:txBody>
          <a:bodyPr>
            <a:noAutofit/>
          </a:bodyPr>
          <a:lstStyle>
            <a:lvl1pPr marL="0" indent="0">
              <a:buNone/>
              <a:defRPr sz="19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1618120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a:t>Click to edit Master title style</a:t>
            </a:r>
            <a:endParaRPr dirty="0"/>
          </a:p>
        </p:txBody>
      </p:sp>
      <p:sp>
        <p:nvSpPr>
          <p:cNvPr id="3" name="Picture Placeholder 2" descr="4-color photo can be included here"/>
          <p:cNvSpPr>
            <a:spLocks noGrp="1"/>
          </p:cNvSpPr>
          <p:nvPr>
            <p:ph type="pic" idx="1"/>
          </p:nvPr>
        </p:nvSpPr>
        <p:spPr bwMode="gray">
          <a:xfrm>
            <a:off x="531814" y="1524000"/>
            <a:ext cx="6095999" cy="4416725"/>
          </a:xfrm>
          <a:solidFill>
            <a:schemeClr val="bg2"/>
          </a:solidFill>
        </p:spPr>
        <p:txBody>
          <a:bodyPr tIns="182880">
            <a:noAutofit/>
          </a:bodyPr>
          <a:lstStyle>
            <a:lvl1pPr marL="0" indent="0" algn="ctr">
              <a:buNone/>
              <a:defRPr sz="23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19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8682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3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dirty="0"/>
          </a:p>
        </p:txBody>
      </p:sp>
      <p:sp>
        <p:nvSpPr>
          <p:cNvPr id="4" name="Text Placeholder 3"/>
          <p:cNvSpPr>
            <a:spLocks noGrp="1"/>
          </p:cNvSpPr>
          <p:nvPr>
            <p:ph type="body" sz="half" idx="2"/>
          </p:nvPr>
        </p:nvSpPr>
        <p:spPr>
          <a:xfrm>
            <a:off x="531813" y="5105400"/>
            <a:ext cx="5410200" cy="838200"/>
          </a:xfrm>
        </p:spPr>
        <p:txBody>
          <a:bodyPr>
            <a:no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3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309720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a:t>Click to edit Master title style</a:t>
            </a:r>
            <a:endParaRPr dirty="0"/>
          </a:p>
        </p:txBody>
      </p:sp>
      <p:sp>
        <p:nvSpPr>
          <p:cNvPr id="3" name="Picture Placeholder 2" descr="Three 4-color photos can be included here"/>
          <p:cNvSpPr>
            <a:spLocks noGrp="1"/>
          </p:cNvSpPr>
          <p:nvPr>
            <p:ph type="pic" idx="1"/>
          </p:nvPr>
        </p:nvSpPr>
        <p:spPr bwMode="gray">
          <a:xfrm>
            <a:off x="531814" y="1524000"/>
            <a:ext cx="3474720" cy="3048000"/>
          </a:xfrm>
          <a:solidFill>
            <a:schemeClr val="bg2"/>
          </a:solidFill>
        </p:spPr>
        <p:txBody>
          <a:bodyPr tIns="182880">
            <a:noAutofit/>
          </a:bodyPr>
          <a:lstStyle>
            <a:lvl1pPr marL="0" indent="0" algn="ctr">
              <a:buNone/>
              <a:defRPr sz="23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dirty="0"/>
          </a:p>
        </p:txBody>
      </p:sp>
      <p:sp>
        <p:nvSpPr>
          <p:cNvPr id="4" name="Text Placeholder 3"/>
          <p:cNvSpPr>
            <a:spLocks noGrp="1"/>
          </p:cNvSpPr>
          <p:nvPr>
            <p:ph type="body" sz="half" idx="2"/>
          </p:nvPr>
        </p:nvSpPr>
        <p:spPr>
          <a:xfrm>
            <a:off x="531813" y="4701396"/>
            <a:ext cx="3474720" cy="1242204"/>
          </a:xfrm>
        </p:spPr>
        <p:txBody>
          <a:bodyPr>
            <a:no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3" y="1524000"/>
            <a:ext cx="3474720" cy="3048000"/>
          </a:xfrm>
          <a:solidFill>
            <a:schemeClr val="bg2"/>
          </a:solidFill>
        </p:spPr>
        <p:txBody>
          <a:bodyPr tIns="182880">
            <a:noAutofit/>
          </a:bodyPr>
          <a:lstStyle>
            <a:lvl1pPr marL="0" indent="0" algn="ctr">
              <a:buNone/>
              <a:defRPr sz="23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dirty="0"/>
          </a:p>
        </p:txBody>
      </p:sp>
      <p:sp>
        <p:nvSpPr>
          <p:cNvPr id="10" name="Text Placeholder 3"/>
          <p:cNvSpPr>
            <a:spLocks noGrp="1"/>
          </p:cNvSpPr>
          <p:nvPr>
            <p:ph type="body" sz="half" idx="14"/>
          </p:nvPr>
        </p:nvSpPr>
        <p:spPr>
          <a:xfrm>
            <a:off x="4357053" y="4701396"/>
            <a:ext cx="3474720" cy="1242204"/>
          </a:xfrm>
        </p:spPr>
        <p:txBody>
          <a:bodyPr>
            <a:no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3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Copyright © 2022 Oracle and/or its affiliates.</a:t>
            </a:r>
          </a:p>
        </p:txBody>
      </p:sp>
      <p:sp>
        <p:nvSpPr>
          <p:cNvPr id="7" name="Slide Number Placeholder 6"/>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1182701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Copyright © 2022 Oracle and/or its affiliates.</a:t>
            </a:r>
          </a:p>
        </p:txBody>
      </p:sp>
      <p:sp>
        <p:nvSpPr>
          <p:cNvPr id="4" name="Slide Number Placeholder 3"/>
          <p:cNvSpPr>
            <a:spLocks noGrp="1"/>
          </p:cNvSpPr>
          <p:nvPr>
            <p:ph type="sldNum" sz="quarter" idx="12"/>
          </p:nvPr>
        </p:nvSpPr>
        <p:spPr/>
        <p:txBody>
          <a:bodyPr/>
          <a:lstStyle/>
          <a:p>
            <a:fld id="{2F0611DD-C8DD-4654-8D44-9C7C1671D28C}" type="slidenum">
              <a:rPr lang="en-US" smtClean="0"/>
              <a:t>‹#›</a:t>
            </a:fld>
            <a:endParaRPr lang="en-US"/>
          </a:p>
        </p:txBody>
      </p:sp>
      <p:pic>
        <p:nvPicPr>
          <p:cNvPr id="8" name="Picture 7" descr="&quot;Hardware and Software Engineered to work together&quot; tagline in red and black"/>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20861" y="2313434"/>
            <a:ext cx="6547104" cy="1832339"/>
          </a:xfrm>
          <a:prstGeom prst="rect">
            <a:avLst/>
          </a:prstGeom>
        </p:spPr>
      </p:pic>
    </p:spTree>
    <p:extLst>
      <p:ext uri="{BB962C8B-B14F-4D97-AF65-F5344CB8AC3E}">
        <p14:creationId xmlns:p14="http://schemas.microsoft.com/office/powerpoint/2010/main" val="3861197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hidden">
          <a:xfrm>
            <a:off x="138024" y="129398"/>
            <a:ext cx="11912778" cy="6547450"/>
          </a:xfrm>
          <a:prstGeom prst="rect">
            <a:avLst/>
          </a:prstGeom>
          <a:noFill/>
          <a:ln>
            <a:noFill/>
          </a:ln>
        </p:spPr>
      </p:pic>
      <p:grpSp>
        <p:nvGrpSpPr>
          <p:cNvPr id="3" name="Group 2"/>
          <p:cNvGrpSpPr/>
          <p:nvPr/>
        </p:nvGrpSpPr>
        <p:grpSpPr>
          <a:xfrm>
            <a:off x="-286"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dirty="0">
                <a:solidFill>
                  <a:srgbClr val="FFFFFF"/>
                </a:solidFill>
              </a:endParaRPr>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dirty="0">
                <a:solidFill>
                  <a:srgbClr val="FFFFFF"/>
                </a:solidFill>
              </a:endParaRPr>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dirty="0">
                <a:solidFill>
                  <a:srgbClr val="FFFFFF"/>
                </a:solidFill>
              </a:endParaRPr>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dirty="0">
                <a:solidFill>
                  <a:srgbClr val="FFFFFF"/>
                </a:solidFill>
              </a:endParaRPr>
            </a:p>
          </p:txBody>
        </p:sp>
      </p:grpSp>
      <p:pic>
        <p:nvPicPr>
          <p:cNvPr id="11" name="Picture 10"/>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bwMode="black">
          <a:xfrm>
            <a:off x="3822128" y="2843828"/>
            <a:ext cx="4544568" cy="569547"/>
          </a:xfrm>
          <a:prstGeom prst="rect">
            <a:avLst/>
          </a:prstGeom>
        </p:spPr>
      </p:pic>
    </p:spTree>
    <p:extLst>
      <p:ext uri="{BB962C8B-B14F-4D97-AF65-F5344CB8AC3E}">
        <p14:creationId xmlns:p14="http://schemas.microsoft.com/office/powerpoint/2010/main" val="1590908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654" y="1447801"/>
            <a:ext cx="8823360" cy="3329581"/>
          </a:xfrm>
        </p:spPr>
        <p:txBody>
          <a:bodyPr anchor="b"/>
          <a:lstStyle>
            <a:lvl1pPr>
              <a:defRPr sz="7198"/>
            </a:lvl1pPr>
          </a:lstStyle>
          <a:p>
            <a:r>
              <a:rPr lang="en-US"/>
              <a:t>Click to edit Master title style</a:t>
            </a:r>
            <a:endParaRPr lang="en-US" dirty="0"/>
          </a:p>
        </p:txBody>
      </p:sp>
      <p:sp>
        <p:nvSpPr>
          <p:cNvPr id="3" name="Subtitle 2"/>
          <p:cNvSpPr>
            <a:spLocks noGrp="1"/>
          </p:cNvSpPr>
          <p:nvPr>
            <p:ph type="subTitle" idx="1"/>
          </p:nvPr>
        </p:nvSpPr>
        <p:spPr>
          <a:xfrm>
            <a:off x="1154654" y="4777380"/>
            <a:ext cx="8823360" cy="861420"/>
          </a:xfrm>
        </p:spPr>
        <p:txBody>
          <a:bodyPr anchor="t"/>
          <a:lstStyle>
            <a:lvl1pPr marL="0" indent="0" algn="l">
              <a:buNone/>
              <a:defRPr cap="all">
                <a:solidFill>
                  <a:schemeClr val="bg2">
                    <a:lumMod val="40000"/>
                    <a:lumOff val="60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Copyright © 2022 Oracle and/or its affiliates.</a:t>
            </a:r>
          </a:p>
        </p:txBody>
      </p:sp>
      <p:sp>
        <p:nvSpPr>
          <p:cNvPr id="6" name="Slide Number Placeholder 5"/>
          <p:cNvSpPr>
            <a:spLocks noGrp="1"/>
          </p:cNvSpPr>
          <p:nvPr>
            <p:ph type="sldNum" sz="quarter" idx="12"/>
          </p:nvPr>
        </p:nvSpPr>
        <p:spPr/>
        <p:txBody>
          <a:bodyPr/>
          <a:lstStyle/>
          <a:p>
            <a:fld id="{2F0611DD-C8DD-4654-8D44-9C7C1671D28C}" type="slidenum">
              <a:rPr lang="en-US" smtClean="0"/>
              <a:t>‹#›</a:t>
            </a:fld>
            <a:endParaRPr lang="en-US"/>
          </a:p>
        </p:txBody>
      </p:sp>
    </p:spTree>
    <p:extLst>
      <p:ext uri="{BB962C8B-B14F-4D97-AF65-F5344CB8AC3E}">
        <p14:creationId xmlns:p14="http://schemas.microsoft.com/office/powerpoint/2010/main" val="2602764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jpe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image" Target="../media/image10.png"/><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theme" Target="../theme/theme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1" name="OTag">
            <a:extLst>
              <a:ext uri="{FF2B5EF4-FFF2-40B4-BE49-F238E27FC236}">
                <a16:creationId xmlns:a16="http://schemas.microsoft.com/office/drawing/2014/main" id="{DA16EBAD-93BE-4ACF-A78F-3C1CEDB86021}"/>
              </a:ext>
              <a:ext uri="{C183D7F6-B498-43B3-948B-1728B52AA6E4}">
                <adec:decorative xmlns:adec="http://schemas.microsoft.com/office/drawing/2017/decorative" val="1"/>
              </a:ext>
            </a:extLst>
          </p:cNvPr>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11180200" y="6355080"/>
            <a:ext cx="502789" cy="502920"/>
          </a:xfrm>
          <a:prstGeom prst="rect">
            <a:avLst/>
          </a:prstGeom>
        </p:spPr>
      </p:pic>
      <p:sp>
        <p:nvSpPr>
          <p:cNvPr id="8" name="Rectangle 7">
            <a:extLst>
              <a:ext uri="{FF2B5EF4-FFF2-40B4-BE49-F238E27FC236}">
                <a16:creationId xmlns:a16="http://schemas.microsoft.com/office/drawing/2014/main" id="{48926051-BA09-42D6-A922-082E7B442514}"/>
              </a:ext>
            </a:extLst>
          </p:cNvPr>
          <p:cNvSpPr/>
          <p:nvPr/>
        </p:nvSpPr>
        <p:spPr>
          <a:xfrm>
            <a:off x="923303" y="12444"/>
            <a:ext cx="792274" cy="9235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FCFBFA"/>
              </a:solidFill>
            </a:endParaRPr>
          </a:p>
        </p:txBody>
      </p:sp>
      <p:sp>
        <p:nvSpPr>
          <p:cNvPr id="14" name="Rectangle 13">
            <a:extLst>
              <a:ext uri="{FF2B5EF4-FFF2-40B4-BE49-F238E27FC236}">
                <a16:creationId xmlns:a16="http://schemas.microsoft.com/office/drawing/2014/main" id="{DDCD1791-7989-4E04-A775-D4BA1448FB19}"/>
              </a:ext>
            </a:extLst>
          </p:cNvPr>
          <p:cNvSpPr/>
          <p:nvPr/>
        </p:nvSpPr>
        <p:spPr>
          <a:xfrm>
            <a:off x="876072" y="0"/>
            <a:ext cx="552306" cy="1019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FCFBFA"/>
              </a:solidFill>
            </a:endParaRPr>
          </a:p>
        </p:txBody>
      </p:sp>
      <p:pic>
        <p:nvPicPr>
          <p:cNvPr id="10" name="Picture 9">
            <a:extLst>
              <a:ext uri="{FF2B5EF4-FFF2-40B4-BE49-F238E27FC236}">
                <a16:creationId xmlns:a16="http://schemas.microsoft.com/office/drawing/2014/main" id="{8ECA3908-1A5F-E84D-8CE4-40673AB1BC51}"/>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rot="16200000">
            <a:off x="-3328519" y="3309403"/>
            <a:ext cx="6858000" cy="239196"/>
          </a:xfrm>
          <a:prstGeom prst="rect">
            <a:avLst/>
          </a:prstGeom>
        </p:spPr>
      </p:pic>
      <p:sp>
        <p:nvSpPr>
          <p:cNvPr id="12" name="Footer">
            <a:extLst>
              <a:ext uri="{FF2B5EF4-FFF2-40B4-BE49-F238E27FC236}">
                <a16:creationId xmlns:a16="http://schemas.microsoft.com/office/drawing/2014/main" id="{85B46AA8-D09D-BE40-ACE3-50825069F9C0}"/>
              </a:ext>
            </a:extLst>
          </p:cNvPr>
          <p:cNvSpPr>
            <a:spLocks noGrp="1"/>
          </p:cNvSpPr>
          <p:nvPr>
            <p:ph type="ftr" sz="quarter" idx="3"/>
          </p:nvPr>
        </p:nvSpPr>
        <p:spPr>
          <a:xfrm>
            <a:off x="268750" y="6492876"/>
            <a:ext cx="4020075" cy="365125"/>
          </a:xfrm>
          <a:prstGeom prst="rect">
            <a:avLst/>
          </a:prstGeom>
        </p:spPr>
        <p:txBody>
          <a:bodyPr vert="horz" lIns="0" tIns="0" rIns="0" bIns="0" rtlCol="0" anchor="ctr"/>
          <a:lstStyle>
            <a:lvl1pPr algn="l">
              <a:defRPr sz="1000" b="1">
                <a:solidFill>
                  <a:srgbClr val="8B8580"/>
                </a:solidFill>
              </a:defRPr>
            </a:lvl1pPr>
          </a:lstStyle>
          <a:p>
            <a:r>
              <a:rPr lang="en-US"/>
              <a:t>Oracle Confidential – Internal/Restricted</a:t>
            </a:r>
            <a:endParaRPr lang="en-US" dirty="0"/>
          </a:p>
        </p:txBody>
      </p:sp>
      <p:pic>
        <p:nvPicPr>
          <p:cNvPr id="15"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48728" y="1174702"/>
            <a:ext cx="2752791" cy="577898"/>
          </a:xfrm>
          <a:prstGeom prst="rect">
            <a:avLst/>
          </a:prstGeom>
        </p:spPr>
      </p:pic>
      <p:sp>
        <p:nvSpPr>
          <p:cNvPr id="3" name="TextBox 2">
            <a:extLst>
              <a:ext uri="{FF2B5EF4-FFF2-40B4-BE49-F238E27FC236}">
                <a16:creationId xmlns:a16="http://schemas.microsoft.com/office/drawing/2014/main" id="{7857544E-11CC-2B62-4B60-840722A5BB0A}"/>
              </a:ext>
            </a:extLst>
          </p:cNvPr>
          <p:cNvSpPr txBox="1"/>
          <p:nvPr>
            <p:extLst>
              <p:ext uri="{1162E1C5-73C7-4A58-AE30-91384D911F3F}">
                <p184:classification xmlns:p184="http://schemas.microsoft.com/office/powerpoint/2018/4/main" val="ftr"/>
              </p:ext>
            </p:extLst>
          </p:nvPr>
        </p:nvSpPr>
        <p:spPr>
          <a:xfrm>
            <a:off x="63500" y="6642100"/>
            <a:ext cx="154305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Confidential – Oracle Internal</a:t>
            </a:r>
          </a:p>
        </p:txBody>
      </p:sp>
    </p:spTree>
    <p:extLst>
      <p:ext uri="{BB962C8B-B14F-4D97-AF65-F5344CB8AC3E}">
        <p14:creationId xmlns:p14="http://schemas.microsoft.com/office/powerpoint/2010/main" val="1744080033"/>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654" r:id="rId7"/>
    <p:sldLayoutId id="2147483748"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126" rtl="0" eaLnBrk="1" latinLnBrk="0" hangingPunct="1">
        <a:lnSpc>
          <a:spcPct val="95000"/>
        </a:lnSpc>
        <a:spcBef>
          <a:spcPct val="0"/>
        </a:spcBef>
        <a:buNone/>
        <a:defRPr lang="en-US" sz="2399" b="1" i="0" kern="1200" baseline="0" dirty="0">
          <a:solidFill>
            <a:schemeClr val="tx1"/>
          </a:solidFill>
          <a:latin typeface="+mn-lt"/>
          <a:ea typeface="+mn-ea"/>
          <a:cs typeface="+mj-cs"/>
        </a:defRPr>
      </a:lvl1pPr>
    </p:titleStyle>
    <p:bodyStyle>
      <a:lvl1pPr marL="0" marR="0" indent="0" algn="l" defTabSz="914126" rtl="0" eaLnBrk="1" fontAlgn="auto" latinLnBrk="0" hangingPunct="1">
        <a:lnSpc>
          <a:spcPct val="95000"/>
        </a:lnSpc>
        <a:spcBef>
          <a:spcPts val="600"/>
        </a:spcBef>
        <a:spcAft>
          <a:spcPts val="0"/>
        </a:spcAft>
        <a:buClrTx/>
        <a:buSzTx/>
        <a:buFont typeface="System Font Regular"/>
        <a:buNone/>
        <a:tabLst/>
        <a:defRPr sz="1799" b="0" i="0" kern="1200">
          <a:solidFill>
            <a:schemeClr val="tx1"/>
          </a:solidFill>
          <a:latin typeface="+mn-lt"/>
          <a:ea typeface="+mn-ea"/>
          <a:cs typeface="Oracle Sans" panose="020B0503020204020204" pitchFamily="34" charset="0"/>
        </a:defRPr>
      </a:lvl1pPr>
      <a:lvl2pPr marL="365650" marR="0" indent="-182825" algn="l" defTabSz="914126" rtl="0" eaLnBrk="1" fontAlgn="auto" latinLnBrk="0" hangingPunct="1">
        <a:lnSpc>
          <a:spcPct val="95000"/>
        </a:lnSpc>
        <a:spcBef>
          <a:spcPts val="600"/>
        </a:spcBef>
        <a:spcAft>
          <a:spcPts val="0"/>
        </a:spcAft>
        <a:buClrTx/>
        <a:buSzPct val="100000"/>
        <a:buFont typeface="Arial" panose="020B0604020202020204" pitchFamily="34" charset="0"/>
        <a:buChar char="•"/>
        <a:tabLst/>
        <a:defRPr sz="1799" b="0" i="0" kern="1200">
          <a:solidFill>
            <a:schemeClr val="tx1"/>
          </a:solidFill>
          <a:latin typeface="+mn-lt"/>
          <a:ea typeface="+mn-ea"/>
          <a:cs typeface="Oracle Sans" panose="020B0503020204020204" pitchFamily="34" charset="0"/>
        </a:defRPr>
      </a:lvl2pPr>
      <a:lvl3pPr marL="547524" marR="0" indent="-182508" algn="l" defTabSz="914126"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Light" panose="020B0403020204020204" pitchFamily="34" charset="0"/>
          <a:ea typeface="+mn-ea"/>
          <a:cs typeface="Oracle Sans Light" panose="020B0403020204020204" pitchFamily="34" charset="0"/>
        </a:defRPr>
      </a:lvl3pPr>
      <a:lvl4pPr marL="730031" marR="0" indent="-182508" algn="l" defTabSz="914126"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Light" panose="020B0403020204020204" pitchFamily="34" charset="0"/>
          <a:ea typeface="+mn-ea"/>
          <a:cs typeface="Oracle Sans Light" panose="020B0403020204020204" pitchFamily="34" charset="0"/>
        </a:defRPr>
      </a:lvl4pPr>
      <a:lvl5pPr marL="914126" marR="0" indent="-182825" algn="l" defTabSz="914126"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Light" panose="020B0403020204020204" pitchFamily="34" charset="0"/>
          <a:ea typeface="+mn-ea"/>
          <a:cs typeface="Oracle Sans Light" panose="020B0403020204020204" pitchFamily="34" charset="0"/>
        </a:defRPr>
      </a:lvl5pPr>
      <a:lvl6pPr marL="1096951" indent="-182825" algn="l" defTabSz="914126"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79776" indent="-182825" algn="l" defTabSz="914126"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p15:clr>
            <a:srgbClr val="F26B43"/>
          </p15:clr>
        </p15:guide>
        <p15:guide id="2" orient="horz" pos="1008">
          <p15:clr>
            <a:srgbClr val="F26B43"/>
          </p15:clr>
        </p15:guide>
        <p15:guide id="3" orient="horz" pos="3852">
          <p15:clr>
            <a:srgbClr val="F26B43"/>
          </p15:clr>
        </p15:guide>
        <p15:guide id="4" pos="480">
          <p15:clr>
            <a:srgbClr val="F26B43"/>
          </p15:clr>
        </p15:guide>
        <p15:guide id="5" orient="horz" pos="795">
          <p15:clr>
            <a:srgbClr val="F26B43"/>
          </p15:clr>
        </p15:guide>
        <p15:guide id="6" orient="horz" pos="590">
          <p15:clr>
            <a:srgbClr val="F26B43"/>
          </p15:clr>
        </p15:guide>
        <p15:guide id="7" pos="7212">
          <p15:clr>
            <a:srgbClr val="F26B43"/>
          </p15:clr>
        </p15:guide>
        <p15:guide id="8" pos="3839" userDrawn="1">
          <p15:clr>
            <a:srgbClr val="F26B43"/>
          </p15:clr>
        </p15:guide>
        <p15:guide id="9" orient="horz" pos="412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6"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dirty="0">
                <a:solidFill>
                  <a:srgbClr val="FFFFFF"/>
                </a:solidFill>
              </a:endParaRPr>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dirty="0">
                <a:solidFill>
                  <a:srgbClr val="FFFFFF"/>
                </a:solidFill>
              </a:endParaRPr>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dirty="0">
                <a:solidFill>
                  <a:srgbClr val="FFFFFF"/>
                </a:solidFill>
              </a:endParaRPr>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dirty="0">
                <a:solidFill>
                  <a:srgbClr val="FFFFFF"/>
                </a:solidFill>
              </a:endParaRPr>
            </a:p>
          </p:txBody>
        </p:sp>
      </p:grpSp>
      <p:pic>
        <p:nvPicPr>
          <p:cNvPr id="19" name="Oracle red badge logo" descr="Oracle logo in white on red staging background"/>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bwMode="ltGray">
          <a:xfrm>
            <a:off x="531813"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63215"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endParaRPr lang="en-US"/>
          </a:p>
        </p:txBody>
      </p:sp>
      <p:sp>
        <p:nvSpPr>
          <p:cNvPr id="15" name="TextBox 14"/>
          <p:cNvSpPr txBox="1"/>
          <p:nvPr/>
        </p:nvSpPr>
        <p:spPr>
          <a:xfrm>
            <a:off x="5989639" y="6556248"/>
            <a:ext cx="2787651" cy="182880"/>
          </a:xfrm>
          <a:prstGeom prst="rect">
            <a:avLst/>
          </a:prstGeom>
          <a:noFill/>
        </p:spPr>
        <p:txBody>
          <a:bodyPr wrap="none" lIns="0" tIns="0" rIns="0" bIns="0" rtlCol="0" anchor="ctr" anchorCtr="0">
            <a:noAutofit/>
          </a:bodyPr>
          <a:lstStyle/>
          <a:p>
            <a:r>
              <a:rPr lang="en-US" sz="800" dirty="0">
                <a:solidFill>
                  <a:srgbClr val="5F5F5F"/>
                </a:solidFill>
              </a:rPr>
              <a:t>Copyright © </a:t>
            </a:r>
            <a:r>
              <a:rPr lang="is-IS" sz="800" dirty="0">
                <a:solidFill>
                  <a:srgbClr val="5F5F5F"/>
                </a:solidFill>
              </a:rPr>
              <a:t>2019</a:t>
            </a:r>
            <a:r>
              <a:rPr lang="en-US" sz="800" dirty="0">
                <a:solidFill>
                  <a:srgbClr val="5F5F5F"/>
                </a:solidFill>
              </a:rPr>
              <a:t>, Oracle and/or its affiliates. All rights reserved </a:t>
            </a:r>
            <a:r>
              <a:rPr sz="800" dirty="0">
                <a:solidFill>
                  <a:srgbClr val="5F5F5F">
                    <a:lumMod val="60000"/>
                    <a:lumOff val="40000"/>
                  </a:srgbClr>
                </a:solidFill>
              </a:rPr>
              <a:t>|</a:t>
            </a:r>
          </a:p>
        </p:txBody>
      </p:sp>
      <p:sp>
        <p:nvSpPr>
          <p:cNvPr id="5" name="Footer Placeholder 4"/>
          <p:cNvSpPr>
            <a:spLocks noGrp="1"/>
          </p:cNvSpPr>
          <p:nvPr>
            <p:ph type="ftr" sz="quarter" idx="3"/>
          </p:nvPr>
        </p:nvSpPr>
        <p:spPr>
          <a:xfrm>
            <a:off x="8777290"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a:t>Copyright © 2022 Oracle and/or its affiliates.</a:t>
            </a:r>
          </a:p>
        </p:txBody>
      </p:sp>
      <p:sp>
        <p:nvSpPr>
          <p:cNvPr id="6" name="Slide Number Placeholder 5"/>
          <p:cNvSpPr>
            <a:spLocks noGrp="1"/>
          </p:cNvSpPr>
          <p:nvPr>
            <p:ph type="sldNum" sz="quarter" idx="4"/>
          </p:nvPr>
        </p:nvSpPr>
        <p:spPr>
          <a:xfrm>
            <a:off x="11276012"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2F0611DD-C8DD-4654-8D44-9C7C1671D28C}" type="slidenum">
              <a:rPr lang="en-US" smtClean="0"/>
              <a:t>‹#›</a:t>
            </a:fld>
            <a:endParaRPr lang="en-US"/>
          </a:p>
        </p:txBody>
      </p:sp>
      <p:sp>
        <p:nvSpPr>
          <p:cNvPr id="13" name="TextBox 12">
            <a:extLst>
              <a:ext uri="{FF2B5EF4-FFF2-40B4-BE49-F238E27FC236}">
                <a16:creationId xmlns:a16="http://schemas.microsoft.com/office/drawing/2014/main" id="{139782AB-D601-1763-2632-E134B1686E90}"/>
              </a:ext>
            </a:extLst>
          </p:cNvPr>
          <p:cNvSpPr txBox="1"/>
          <p:nvPr>
            <p:extLst>
              <p:ext uri="{1162E1C5-73C7-4A58-AE30-91384D911F3F}">
                <p184:classification xmlns:p184="http://schemas.microsoft.com/office/powerpoint/2018/4/main" val="ftr"/>
              </p:ext>
            </p:extLst>
          </p:nvPr>
        </p:nvSpPr>
        <p:spPr>
          <a:xfrm>
            <a:off x="63500" y="6642100"/>
            <a:ext cx="154305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Confidential – Oracle Internal</a:t>
            </a:r>
          </a:p>
        </p:txBody>
      </p:sp>
    </p:spTree>
    <p:extLst>
      <p:ext uri="{BB962C8B-B14F-4D97-AF65-F5344CB8AC3E}">
        <p14:creationId xmlns:p14="http://schemas.microsoft.com/office/powerpoint/2010/main" val="3735841147"/>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126" rtl="0" eaLnBrk="1" latinLnBrk="0" hangingPunct="1">
        <a:lnSpc>
          <a:spcPct val="80000"/>
        </a:lnSpc>
        <a:spcBef>
          <a:spcPct val="0"/>
        </a:spcBef>
        <a:buNone/>
        <a:defRPr sz="35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200"/>
        </a:spcBef>
        <a:buClr>
          <a:schemeClr val="tx1">
            <a:lumMod val="60000"/>
            <a:lumOff val="40000"/>
          </a:schemeClr>
        </a:buClr>
        <a:buFont typeface="Arial" panose="020B0604020202020204" pitchFamily="34" charset="0"/>
        <a:buChar char="•"/>
        <a:defRPr sz="2799" kern="1200">
          <a:solidFill>
            <a:schemeClr val="tx1"/>
          </a:solidFill>
          <a:latin typeface="+mn-lt"/>
          <a:ea typeface="+mn-ea"/>
          <a:cs typeface="+mn-cs"/>
        </a:defRPr>
      </a:lvl1pPr>
      <a:lvl2pPr marL="502769" indent="-228531" algn="l" defTabSz="914126" rtl="0" eaLnBrk="1" latinLnBrk="0" hangingPunct="1">
        <a:lnSpc>
          <a:spcPct val="90000"/>
        </a:lnSpc>
        <a:spcBef>
          <a:spcPts val="800"/>
        </a:spcBef>
        <a:buClr>
          <a:schemeClr val="tx1">
            <a:lumMod val="60000"/>
            <a:lumOff val="40000"/>
          </a:schemeClr>
        </a:buClr>
        <a:buFont typeface="Arial" panose="020B0604020202020204" pitchFamily="34" charset="0"/>
        <a:buChar char="–"/>
        <a:defRPr sz="2399" kern="1200">
          <a:solidFill>
            <a:schemeClr val="tx1"/>
          </a:solidFill>
          <a:latin typeface="+mn-lt"/>
          <a:ea typeface="+mn-ea"/>
          <a:cs typeface="+mn-cs"/>
        </a:defRPr>
      </a:lvl2pPr>
      <a:lvl3pPr marL="731301" indent="-182825" algn="l" defTabSz="914126" rtl="0" eaLnBrk="1" latinLnBrk="0" hangingPunct="1">
        <a:lnSpc>
          <a:spcPct val="90000"/>
        </a:lnSpc>
        <a:spcBef>
          <a:spcPts val="600"/>
        </a:spcBef>
        <a:buClr>
          <a:schemeClr val="tx1">
            <a:lumMod val="60000"/>
            <a:lumOff val="40000"/>
          </a:schemeClr>
        </a:buClr>
        <a:buFont typeface="Arial" panose="020B0604020202020204" pitchFamily="34" charset="0"/>
        <a:buChar char="•"/>
        <a:defRPr sz="1999" kern="1200">
          <a:solidFill>
            <a:schemeClr val="tx1"/>
          </a:solidFill>
          <a:latin typeface="+mn-lt"/>
          <a:ea typeface="+mn-ea"/>
          <a:cs typeface="+mn-cs"/>
        </a:defRPr>
      </a:lvl3pPr>
      <a:lvl4pPr marL="959832" indent="-182825" algn="l" defTabSz="914126" rtl="0" eaLnBrk="1" latinLnBrk="0" hangingPunct="1">
        <a:lnSpc>
          <a:spcPct val="90000"/>
        </a:lnSpc>
        <a:spcBef>
          <a:spcPts val="600"/>
        </a:spcBef>
        <a:buClr>
          <a:schemeClr val="tx1">
            <a:lumMod val="60000"/>
            <a:lumOff val="40000"/>
          </a:schemeClr>
        </a:buClr>
        <a:buFont typeface="Arial" panose="020B0604020202020204" pitchFamily="34" charset="0"/>
        <a:buChar char="–"/>
        <a:defRPr sz="1799" kern="1200">
          <a:solidFill>
            <a:schemeClr val="tx1"/>
          </a:solidFill>
          <a:latin typeface="+mn-lt"/>
          <a:ea typeface="+mn-ea"/>
          <a:cs typeface="+mn-cs"/>
        </a:defRPr>
      </a:lvl4pPr>
      <a:lvl5pPr marL="1188363" indent="-182825" algn="l" defTabSz="914126"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6895" indent="-182825" algn="l" defTabSz="914126"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426" indent="-182825" algn="l" defTabSz="914126"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3958" indent="-182825" algn="l" defTabSz="914126"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2489" indent="-182825" algn="l" defTabSz="914126"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412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upport.oracle.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1789" y="2133600"/>
            <a:ext cx="11201400" cy="1470025"/>
          </a:xfrm>
          <a:prstGeom prst="rect">
            <a:avLst/>
          </a:prstGeom>
        </p:spPr>
        <p:txBody>
          <a:bodyPr/>
          <a:lstStyle/>
          <a:p>
            <a:r>
              <a:rPr lang="en-US" sz="4400" dirty="0"/>
              <a:t>Oracle Communications ATS</a:t>
            </a:r>
          </a:p>
        </p:txBody>
      </p:sp>
      <p:sp>
        <p:nvSpPr>
          <p:cNvPr id="4" name="Slide Number Placeholder 3"/>
          <p:cNvSpPr>
            <a:spLocks noGrp="1"/>
          </p:cNvSpPr>
          <p:nvPr>
            <p:ph type="sldNum" sz="quarter" idx="4294967295"/>
          </p:nvPr>
        </p:nvSpPr>
        <p:spPr>
          <a:xfrm>
            <a:off x="11807825" y="6556375"/>
            <a:ext cx="381000" cy="182563"/>
          </a:xfrm>
          <a:prstGeom prst="rect">
            <a:avLst/>
          </a:prstGeom>
        </p:spPr>
        <p:txBody>
          <a:bodyPr/>
          <a:lstStyle/>
          <a:p>
            <a:fld id="{C51EAA63-D034-42AE-91FA-B13B9518C7BE}" type="slidenum">
              <a:rPr lang="uk-UA">
                <a:solidFill>
                  <a:srgbClr val="FFFFFF">
                    <a:alpha val="0"/>
                  </a:srgbClr>
                </a:solidFill>
              </a:rPr>
              <a:pPr/>
              <a:t>1</a:t>
            </a:fld>
            <a:endParaRPr lang="uk-UA">
              <a:solidFill>
                <a:srgbClr val="FFFFFF">
                  <a:alpha val="0"/>
                </a:srgbClr>
              </a:solidFill>
            </a:endParaRPr>
          </a:p>
        </p:txBody>
      </p:sp>
    </p:spTree>
    <p:extLst>
      <p:ext uri="{BB962C8B-B14F-4D97-AF65-F5344CB8AC3E}">
        <p14:creationId xmlns:p14="http://schemas.microsoft.com/office/powerpoint/2010/main" val="4211957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13569" y="536828"/>
            <a:ext cx="11125200" cy="587375"/>
          </a:xfrm>
          <a:prstGeom prst="rect">
            <a:avLst/>
          </a:prstGeom>
        </p:spPr>
        <p:txBody>
          <a:bodyPr/>
          <a:lstStyle/>
          <a:p>
            <a:r>
              <a:rPr lang="en-US" sz="4400" dirty="0">
                <a:solidFill>
                  <a:schemeClr val="tx2"/>
                </a:solidFill>
              </a:rPr>
              <a:t>Agenda</a:t>
            </a:r>
          </a:p>
        </p:txBody>
      </p:sp>
      <p:sp>
        <p:nvSpPr>
          <p:cNvPr id="3" name="Content Placeholder 2"/>
          <p:cNvSpPr>
            <a:spLocks noGrp="1"/>
          </p:cNvSpPr>
          <p:nvPr>
            <p:ph idx="4294967295"/>
          </p:nvPr>
        </p:nvSpPr>
        <p:spPr>
          <a:xfrm>
            <a:off x="613569" y="1383157"/>
            <a:ext cx="3810000" cy="5200650"/>
          </a:xfrm>
          <a:prstGeom prst="rect">
            <a:avLst/>
          </a:prstGeom>
        </p:spPr>
        <p:txBody>
          <a:bodyPr>
            <a:noAutofit/>
          </a:bodyPr>
          <a:lstStyle/>
          <a:p>
            <a:pPr marL="285750" indent="-285750">
              <a:lnSpc>
                <a:spcPct val="150000"/>
              </a:lnSpc>
              <a:buFont typeface="Wingdings" panose="05000000000000000000" pitchFamily="2" charset="2"/>
              <a:buChar char="Ø"/>
            </a:pPr>
            <a:r>
              <a:rPr lang="en-US" sz="1800" b="1" dirty="0">
                <a:solidFill>
                  <a:schemeClr val="tx2"/>
                </a:solidFill>
              </a:rPr>
              <a:t>What is ATS?</a:t>
            </a:r>
          </a:p>
          <a:p>
            <a:pPr marL="285750" indent="-285750">
              <a:lnSpc>
                <a:spcPct val="150000"/>
              </a:lnSpc>
              <a:buFont typeface="Wingdings" panose="05000000000000000000" pitchFamily="2" charset="2"/>
              <a:buChar char="Ø"/>
            </a:pPr>
            <a:r>
              <a:rPr lang="en-US" sz="1800" b="1" dirty="0">
                <a:solidFill>
                  <a:schemeClr val="tx2"/>
                </a:solidFill>
              </a:rPr>
              <a:t>Requirements</a:t>
            </a:r>
          </a:p>
          <a:p>
            <a:pPr marL="285750" indent="-285750">
              <a:lnSpc>
                <a:spcPct val="150000"/>
              </a:lnSpc>
              <a:buFont typeface="Wingdings" panose="05000000000000000000" pitchFamily="2" charset="2"/>
              <a:buChar char="Ø"/>
            </a:pPr>
            <a:r>
              <a:rPr lang="en-US" sz="1800" b="1" dirty="0">
                <a:solidFill>
                  <a:schemeClr val="tx2"/>
                </a:solidFill>
              </a:rPr>
              <a:t>Deployment Mechanism</a:t>
            </a:r>
          </a:p>
          <a:p>
            <a:pPr marL="285750" indent="-285750">
              <a:lnSpc>
                <a:spcPct val="150000"/>
              </a:lnSpc>
              <a:buFont typeface="Wingdings" panose="05000000000000000000" pitchFamily="2" charset="2"/>
              <a:buChar char="Ø"/>
            </a:pPr>
            <a:r>
              <a:rPr lang="en-US" sz="1800" b="1" dirty="0">
                <a:solidFill>
                  <a:schemeClr val="tx2"/>
                </a:solidFill>
              </a:rPr>
              <a:t>Architecture Overview</a:t>
            </a:r>
          </a:p>
          <a:p>
            <a:pPr marL="285750" indent="-285750">
              <a:lnSpc>
                <a:spcPct val="150000"/>
              </a:lnSpc>
              <a:buFont typeface="Wingdings" panose="05000000000000000000" pitchFamily="2" charset="2"/>
              <a:buChar char="Ø"/>
            </a:pPr>
            <a:r>
              <a:rPr lang="en-US" sz="1800" b="1" dirty="0">
                <a:solidFill>
                  <a:schemeClr val="tx2"/>
                </a:solidFill>
              </a:rPr>
              <a:t>Installation of ATS</a:t>
            </a:r>
          </a:p>
          <a:p>
            <a:pPr marL="285750" indent="-285750">
              <a:lnSpc>
                <a:spcPct val="150000"/>
              </a:lnSpc>
              <a:buFont typeface="Wingdings" panose="05000000000000000000" pitchFamily="2" charset="2"/>
              <a:buChar char="Ø"/>
            </a:pPr>
            <a:r>
              <a:rPr lang="en-US" sz="1800" b="1" dirty="0">
                <a:solidFill>
                  <a:schemeClr val="tx2"/>
                </a:solidFill>
              </a:rPr>
              <a:t>How ATS functions?</a:t>
            </a:r>
          </a:p>
          <a:p>
            <a:pPr marL="285750" indent="-285750">
              <a:lnSpc>
                <a:spcPct val="150000"/>
              </a:lnSpc>
              <a:buFont typeface="Wingdings" panose="05000000000000000000" pitchFamily="2" charset="2"/>
              <a:buChar char="Ø"/>
            </a:pPr>
            <a:r>
              <a:rPr lang="en-US" sz="1800" b="1" dirty="0">
                <a:solidFill>
                  <a:schemeClr val="tx2"/>
                </a:solidFill>
              </a:rPr>
              <a:t>Jenkins Overview</a:t>
            </a:r>
          </a:p>
          <a:p>
            <a:pPr marL="285750" indent="-285750">
              <a:lnSpc>
                <a:spcPct val="150000"/>
              </a:lnSpc>
              <a:buFont typeface="Wingdings" panose="05000000000000000000" pitchFamily="2" charset="2"/>
              <a:buChar char="Ø"/>
            </a:pPr>
            <a:r>
              <a:rPr lang="en-US" sz="1800" b="1" dirty="0">
                <a:solidFill>
                  <a:schemeClr val="tx2"/>
                </a:solidFill>
              </a:rPr>
              <a:t>Files in ATS </a:t>
            </a:r>
          </a:p>
          <a:p>
            <a:pPr marL="285750" indent="-285750">
              <a:lnSpc>
                <a:spcPct val="150000"/>
              </a:lnSpc>
              <a:buFont typeface="Wingdings" panose="05000000000000000000" pitchFamily="2" charset="2"/>
              <a:buChar char="Ø"/>
            </a:pPr>
            <a:r>
              <a:rPr lang="en-US" sz="1800" b="1" dirty="0">
                <a:solidFill>
                  <a:schemeClr val="tx2"/>
                </a:solidFill>
              </a:rPr>
              <a:t>How to login in ATS Pod?</a:t>
            </a:r>
          </a:p>
          <a:p>
            <a:pPr marL="285750" indent="-285750">
              <a:lnSpc>
                <a:spcPct val="150000"/>
              </a:lnSpc>
              <a:buFont typeface="Wingdings" panose="05000000000000000000" pitchFamily="2" charset="2"/>
              <a:buChar char="Ø"/>
            </a:pPr>
            <a:r>
              <a:rPr lang="en-US" sz="1800" b="1" dirty="0">
                <a:solidFill>
                  <a:schemeClr val="tx2"/>
                </a:solidFill>
              </a:rPr>
              <a:t>Behave Framework</a:t>
            </a:r>
          </a:p>
          <a:p>
            <a:pPr marL="0" indent="0">
              <a:lnSpc>
                <a:spcPct val="150000"/>
              </a:lnSpc>
              <a:buNone/>
            </a:pPr>
            <a:endParaRPr lang="en-US" sz="1800" b="1" i="1" dirty="0">
              <a:solidFill>
                <a:schemeClr val="accent3">
                  <a:lumMod val="75000"/>
                </a:schemeClr>
              </a:solidFill>
            </a:endParaRPr>
          </a:p>
          <a:p>
            <a:pPr>
              <a:lnSpc>
                <a:spcPct val="150000"/>
              </a:lnSpc>
            </a:pPr>
            <a:endParaRPr lang="en-US" sz="1800" b="1" i="1" dirty="0">
              <a:solidFill>
                <a:schemeClr val="accent3">
                  <a:lumMod val="75000"/>
                </a:schemeClr>
              </a:solidFill>
            </a:endParaRPr>
          </a:p>
        </p:txBody>
      </p:sp>
    </p:spTree>
    <p:extLst>
      <p:ext uri="{BB962C8B-B14F-4D97-AF65-F5344CB8AC3E}">
        <p14:creationId xmlns:p14="http://schemas.microsoft.com/office/powerpoint/2010/main" val="263543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16037" y="373061"/>
            <a:ext cx="11125200" cy="914401"/>
          </a:xfrm>
          <a:prstGeom prst="rect">
            <a:avLst/>
          </a:prstGeom>
        </p:spPr>
        <p:txBody>
          <a:bodyPr/>
          <a:lstStyle/>
          <a:p>
            <a:r>
              <a:rPr lang="en-US" sz="4400" b="1" dirty="0">
                <a:solidFill>
                  <a:schemeClr val="tx2"/>
                </a:solidFill>
              </a:rPr>
              <a:t>What is ATS?</a:t>
            </a:r>
          </a:p>
        </p:txBody>
      </p:sp>
      <p:sp>
        <p:nvSpPr>
          <p:cNvPr id="7" name="Text Placeholder 2"/>
          <p:cNvSpPr>
            <a:spLocks noGrp="1"/>
          </p:cNvSpPr>
          <p:nvPr>
            <p:ph type="body" idx="4294967295"/>
          </p:nvPr>
        </p:nvSpPr>
        <p:spPr>
          <a:xfrm>
            <a:off x="303212" y="1676400"/>
            <a:ext cx="11125200" cy="2895600"/>
          </a:xfrm>
          <a:prstGeom prst="rect">
            <a:avLst/>
          </a:prstGeom>
        </p:spPr>
        <p:txBody>
          <a:bodyPr/>
          <a:lstStyle/>
          <a:p>
            <a:pPr marL="342900" indent="-342900">
              <a:buFont typeface="Arial" panose="020B0604020202020204" pitchFamily="34" charset="0"/>
              <a:buChar char="•"/>
            </a:pPr>
            <a:r>
              <a:rPr lang="en-US" sz="2000" dirty="0"/>
              <a:t>ATS (Automated Test Suite) - ATS is use for testing the 5G NFs/4G/DSRs.</a:t>
            </a:r>
          </a:p>
          <a:p>
            <a:r>
              <a:rPr lang="en-US" sz="2000" dirty="0"/>
              <a:t> </a:t>
            </a:r>
          </a:p>
          <a:p>
            <a:pPr marL="342900" indent="-342900">
              <a:buFont typeface="Arial" panose="020B0604020202020204" pitchFamily="34" charset="0"/>
              <a:buChar char="•"/>
            </a:pPr>
            <a:r>
              <a:rPr lang="en-US" sz="2000" dirty="0"/>
              <a:t>It will provide a GUI interface for the user to test a single NF independently or test different 5G NFs independently in the same environment.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All the developed test scenario for any NF can be bundled with the Docker images of the micro-services involved and delivered as a fully automated suite to perform Lab deployment and testing.</a:t>
            </a:r>
          </a:p>
        </p:txBody>
      </p:sp>
    </p:spTree>
    <p:extLst>
      <p:ext uri="{BB962C8B-B14F-4D97-AF65-F5344CB8AC3E}">
        <p14:creationId xmlns:p14="http://schemas.microsoft.com/office/powerpoint/2010/main" val="312677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23721" y="457200"/>
            <a:ext cx="11125200" cy="914400"/>
          </a:xfrm>
          <a:prstGeom prst="rect">
            <a:avLst/>
          </a:prstGeom>
        </p:spPr>
        <p:txBody>
          <a:bodyPr/>
          <a:lstStyle/>
          <a:p>
            <a:r>
              <a:rPr lang="en-US" sz="4400" dirty="0">
                <a:solidFill>
                  <a:schemeClr val="tx2"/>
                </a:solidFill>
              </a:rPr>
              <a:t>Requirements</a:t>
            </a:r>
          </a:p>
        </p:txBody>
      </p:sp>
      <p:sp>
        <p:nvSpPr>
          <p:cNvPr id="7" name="Text Placeholder 2"/>
          <p:cNvSpPr>
            <a:spLocks noGrp="1"/>
          </p:cNvSpPr>
          <p:nvPr>
            <p:ph type="body" idx="4294967295"/>
          </p:nvPr>
        </p:nvSpPr>
        <p:spPr>
          <a:xfrm>
            <a:off x="123721" y="1524000"/>
            <a:ext cx="11125200" cy="2895600"/>
          </a:xfrm>
          <a:prstGeom prst="rect">
            <a:avLst/>
          </a:prstGeom>
        </p:spPr>
        <p:txBody>
          <a:bodyPr/>
          <a:lstStyle/>
          <a:p>
            <a:pPr marL="342900" indent="-342900">
              <a:buFont typeface="Arial" panose="020B0604020202020204" pitchFamily="34" charset="0"/>
              <a:buChar char="•"/>
            </a:pPr>
            <a:r>
              <a:rPr lang="en-US" sz="2000" dirty="0"/>
              <a:t>There is a need to provide an End-to-End solution to the customers for deploying and testing the OC 5G-NFs.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As per oracle solution to 5G which is completely CNE enabled. Customers are required to provide CNE to support deployment of OC 5G-NFs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Eventually all the 5G NFs will have ATS as an integral part of the package/image.</a:t>
            </a:r>
          </a:p>
        </p:txBody>
      </p:sp>
    </p:spTree>
    <p:extLst>
      <p:ext uri="{BB962C8B-B14F-4D97-AF65-F5344CB8AC3E}">
        <p14:creationId xmlns:p14="http://schemas.microsoft.com/office/powerpoint/2010/main" val="89511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23721" y="612012"/>
            <a:ext cx="11125200" cy="914400"/>
          </a:xfrm>
          <a:prstGeom prst="rect">
            <a:avLst/>
          </a:prstGeom>
        </p:spPr>
        <p:txBody>
          <a:bodyPr/>
          <a:lstStyle/>
          <a:p>
            <a:r>
              <a:rPr lang="en-US" sz="4400" dirty="0">
                <a:solidFill>
                  <a:schemeClr val="tx2"/>
                </a:solidFill>
              </a:rPr>
              <a:t>5G-ATS Deployment Mechanism</a:t>
            </a:r>
          </a:p>
        </p:txBody>
      </p:sp>
      <p:sp>
        <p:nvSpPr>
          <p:cNvPr id="7" name="Text Placeholder 2"/>
          <p:cNvSpPr>
            <a:spLocks noGrp="1"/>
          </p:cNvSpPr>
          <p:nvPr>
            <p:ph type="body" idx="4294967295"/>
          </p:nvPr>
        </p:nvSpPr>
        <p:spPr>
          <a:xfrm>
            <a:off x="227012" y="1526412"/>
            <a:ext cx="11125200" cy="3733800"/>
          </a:xfrm>
          <a:prstGeom prst="rect">
            <a:avLst/>
          </a:prstGeom>
        </p:spPr>
        <p:txBody>
          <a:bodyPr/>
          <a:lstStyle/>
          <a:p>
            <a:pPr marL="342900" indent="-342900">
              <a:buFont typeface="Arial" panose="020B0604020202020204" pitchFamily="34" charset="0"/>
              <a:buChar char="•"/>
            </a:pPr>
            <a:r>
              <a:rPr lang="en-US" sz="2000" dirty="0"/>
              <a:t>The ATS for OC 5G-NF will be delivered as a Docker image to the customers.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framework and simulator are common across the NFs, but the test scripts are designed as per the NF functionality.</a:t>
            </a:r>
          </a:p>
          <a:p>
            <a:endParaRPr lang="en-US" sz="2000" dirty="0"/>
          </a:p>
          <a:p>
            <a:pPr marL="342900" indent="-342900">
              <a:buFont typeface="Arial" panose="020B0604020202020204" pitchFamily="34" charset="0"/>
              <a:buChar char="•"/>
            </a:pPr>
            <a:r>
              <a:rPr lang="en-US" sz="2000" dirty="0"/>
              <a:t>We'll be deploying the ATS using helm charts and these charts will be delivered to customers as a tar file along with the Docker images. Along with 5G NF package ATS will also be delivered; which will contain following micro-services </a:t>
            </a:r>
          </a:p>
          <a:p>
            <a:pPr marL="1257300" lvl="2" indent="-342900">
              <a:buFont typeface="+mj-lt"/>
              <a:buAutoNum type="arabicPeriod"/>
            </a:pPr>
            <a:r>
              <a:rPr lang="en-US" sz="2000" b="1" dirty="0">
                <a:solidFill>
                  <a:schemeClr val="tx1"/>
                </a:solidFill>
              </a:rPr>
              <a:t>   ATS</a:t>
            </a:r>
          </a:p>
          <a:p>
            <a:pPr marL="1257300" lvl="2" indent="-342900">
              <a:buFont typeface="+mj-lt"/>
              <a:buAutoNum type="arabicPeriod"/>
            </a:pPr>
            <a:r>
              <a:rPr lang="en-US" sz="2000" b="1" dirty="0">
                <a:solidFill>
                  <a:schemeClr val="tx1"/>
                </a:solidFill>
              </a:rPr>
              <a:t>   Stubs</a:t>
            </a:r>
          </a:p>
          <a:p>
            <a:pPr marL="1257300" lvl="2" indent="-342900">
              <a:buFont typeface="+mj-lt"/>
              <a:buAutoNum type="arabicPeriod"/>
            </a:pPr>
            <a:r>
              <a:rPr lang="en-US" sz="2000" b="1" dirty="0">
                <a:solidFill>
                  <a:schemeClr val="tx1"/>
                </a:solidFill>
              </a:rPr>
              <a:t>   DNS</a:t>
            </a:r>
            <a:r>
              <a:rPr lang="en-US" sz="2000" dirty="0"/>
              <a:t>        </a:t>
            </a:r>
          </a:p>
        </p:txBody>
      </p:sp>
    </p:spTree>
    <p:extLst>
      <p:ext uri="{BB962C8B-B14F-4D97-AF65-F5344CB8AC3E}">
        <p14:creationId xmlns:p14="http://schemas.microsoft.com/office/powerpoint/2010/main" val="3255313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p:cNvSpPr>
            <a:spLocks noGrp="1"/>
          </p:cNvSpPr>
          <p:nvPr>
            <p:ph type="title" idx="4294967295"/>
          </p:nvPr>
        </p:nvSpPr>
        <p:spPr>
          <a:xfrm>
            <a:off x="0" y="304800"/>
            <a:ext cx="6856412" cy="609600"/>
          </a:xfrm>
          <a:prstGeom prst="rect">
            <a:avLst/>
          </a:prstGeom>
        </p:spPr>
        <p:txBody>
          <a:bodyPr/>
          <a:lstStyle/>
          <a:p>
            <a:r>
              <a:rPr lang="en-US" sz="4400" dirty="0">
                <a:solidFill>
                  <a:schemeClr val="tx2"/>
                </a:solidFill>
              </a:rPr>
              <a:t>Architecture Overview</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212" y="1170587"/>
            <a:ext cx="9412068" cy="51270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3391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303212" y="671766"/>
            <a:ext cx="11125200" cy="914400"/>
          </a:xfrm>
          <a:prstGeom prst="rect">
            <a:avLst/>
          </a:prstGeom>
        </p:spPr>
        <p:txBody>
          <a:bodyPr/>
          <a:lstStyle/>
          <a:p>
            <a:r>
              <a:rPr lang="en-US" sz="4400" dirty="0">
                <a:solidFill>
                  <a:schemeClr val="tx2"/>
                </a:solidFill>
              </a:rPr>
              <a:t>Supported Functions</a:t>
            </a:r>
          </a:p>
        </p:txBody>
      </p:sp>
      <p:sp>
        <p:nvSpPr>
          <p:cNvPr id="7" name="Text Placeholder 2"/>
          <p:cNvSpPr>
            <a:spLocks noGrp="1"/>
          </p:cNvSpPr>
          <p:nvPr>
            <p:ph type="body" idx="4294967295"/>
          </p:nvPr>
        </p:nvSpPr>
        <p:spPr>
          <a:xfrm>
            <a:off x="531812" y="1676400"/>
            <a:ext cx="11125200" cy="3733800"/>
          </a:xfrm>
          <a:prstGeom prst="rect">
            <a:avLst/>
          </a:prstGeom>
        </p:spPr>
        <p:txBody>
          <a:bodyPr/>
          <a:lstStyle/>
          <a:p>
            <a:pPr marL="342900" indent="-342900">
              <a:buFont typeface="Arial" panose="020B0604020202020204" pitchFamily="34" charset="0"/>
              <a:buChar char="•"/>
            </a:pPr>
            <a:r>
              <a:rPr lang="en-US" sz="2000" dirty="0"/>
              <a:t>Any package can be upgraded on need basis.</a:t>
            </a:r>
          </a:p>
          <a:p>
            <a:pPr marL="342900" indent="-342900">
              <a:buFont typeface="Arial" panose="020B0604020202020204" pitchFamily="34" charset="0"/>
              <a:buChar char="•"/>
            </a:pPr>
            <a:r>
              <a:rPr lang="en-US" sz="2000" dirty="0"/>
              <a:t>It uses egress API Gateway from other NF</a:t>
            </a:r>
          </a:p>
          <a:p>
            <a:pPr marL="342900" indent="-342900">
              <a:buFont typeface="Arial" panose="020B0604020202020204" pitchFamily="34" charset="0"/>
              <a:buChar char="•"/>
            </a:pPr>
            <a:r>
              <a:rPr lang="en-US" sz="2000" dirty="0"/>
              <a:t>It runs on Kubernetes/ OCCNE as a micro service</a:t>
            </a:r>
          </a:p>
          <a:p>
            <a:pPr marL="342900" indent="-342900">
              <a:buFont typeface="Arial" panose="020B0604020202020204" pitchFamily="34" charset="0"/>
              <a:buChar char="•"/>
            </a:pPr>
            <a:r>
              <a:rPr lang="en-US" sz="2000" dirty="0"/>
              <a:t>It connects with any NF like PCF, SLF, NRF, SCP, BSF and can be used for New feature, Regression, Performance test cases execution in automated way</a:t>
            </a:r>
          </a:p>
          <a:p>
            <a:pPr marL="342900" indent="-342900">
              <a:buFont typeface="Arial" panose="020B0604020202020204" pitchFamily="34" charset="0"/>
              <a:buChar char="•"/>
            </a:pPr>
            <a:r>
              <a:rPr lang="en-US" sz="2000" dirty="0"/>
              <a:t>It connects with GO-Stub which uses to simulate any NF</a:t>
            </a:r>
          </a:p>
          <a:p>
            <a:pPr marL="342900" indent="-342900">
              <a:buFont typeface="Arial" panose="020B0604020202020204" pitchFamily="34" charset="0"/>
              <a:buChar char="•"/>
            </a:pPr>
            <a:r>
              <a:rPr lang="en-US" sz="2000" dirty="0"/>
              <a:t>It uses Jenkins UI for selecting and executing the features</a:t>
            </a:r>
          </a:p>
          <a:p>
            <a:pPr marL="342900" indent="-342900">
              <a:buFont typeface="Arial" panose="020B0604020202020204" pitchFamily="34" charset="0"/>
              <a:buChar char="•"/>
            </a:pPr>
            <a:r>
              <a:rPr lang="en-US" sz="2000" dirty="0"/>
              <a:t>Uses Docker registry as Image Repo</a:t>
            </a:r>
          </a:p>
          <a:p>
            <a:pPr marL="342900" indent="-342900">
              <a:buFont typeface="Arial" panose="020B0604020202020204" pitchFamily="34" charset="0"/>
              <a:buChar char="•"/>
            </a:pPr>
            <a:r>
              <a:rPr lang="en-US" sz="2000" dirty="0"/>
              <a:t>Uses Helm2 and Helm3 version to deploy the ATS image</a:t>
            </a:r>
          </a:p>
          <a:p>
            <a:pPr marL="342900" indent="-342900">
              <a:buFont typeface="Arial" panose="020B0604020202020204" pitchFamily="34" charset="0"/>
              <a:buChar char="•"/>
            </a:pPr>
            <a:r>
              <a:rPr lang="en-US" sz="2000" dirty="0"/>
              <a:t>We have In-cluster deployment in which ATS can co-exist in the same cluster where the NFs are deployed and Out-cluster deployment where ATS can co-exist in different cluster from cluster where NFs are deployed.</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3799998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3212" y="457200"/>
            <a:ext cx="11125200" cy="1295400"/>
          </a:xfrm>
          <a:prstGeom prst="rect">
            <a:avLst/>
          </a:prstGeom>
        </p:spPr>
        <p:txBody>
          <a:bodyPr/>
          <a:lstStyle/>
          <a:p>
            <a:r>
              <a:rPr lang="en-US" sz="4400" dirty="0">
                <a:solidFill>
                  <a:schemeClr val="tx2"/>
                </a:solidFill>
              </a:rPr>
              <a:t>Installation of ATS package</a:t>
            </a:r>
            <a:br>
              <a:rPr lang="en-US" b="1" dirty="0">
                <a:solidFill>
                  <a:schemeClr val="accent3">
                    <a:lumMod val="75000"/>
                  </a:schemeClr>
                </a:solidFill>
              </a:rPr>
            </a:br>
            <a:endParaRPr lang="en-IN" dirty="0"/>
          </a:p>
        </p:txBody>
      </p:sp>
      <p:sp>
        <p:nvSpPr>
          <p:cNvPr id="3" name="Text Placeholder 2"/>
          <p:cNvSpPr>
            <a:spLocks noGrp="1"/>
          </p:cNvSpPr>
          <p:nvPr>
            <p:ph type="body" idx="4294967295"/>
          </p:nvPr>
        </p:nvSpPr>
        <p:spPr>
          <a:xfrm>
            <a:off x="379412" y="1371600"/>
            <a:ext cx="11125200" cy="4724400"/>
          </a:xfrm>
          <a:prstGeom prst="rect">
            <a:avLst/>
          </a:prstGeom>
        </p:spPr>
        <p:txBody>
          <a:bodyPr/>
          <a:lstStyle/>
          <a:p>
            <a:r>
              <a:rPr lang="en-US" b="0" dirty="0"/>
              <a:t>Download current version package ocats-policy-tools-1.12.0.0.0.tgz from support portal in Oracle(</a:t>
            </a:r>
            <a:r>
              <a:rPr lang="en-US" b="0" dirty="0">
                <a:hlinkClick r:id="rId2"/>
              </a:rPr>
              <a:t>http://support.oracle.com/</a:t>
            </a:r>
            <a:r>
              <a:rPr lang="en-US" b="0" dirty="0"/>
              <a:t>) and place it Jumpserver.</a:t>
            </a:r>
          </a:p>
          <a:p>
            <a:endParaRPr lang="en-US" b="0" dirty="0"/>
          </a:p>
          <a:p>
            <a:r>
              <a:rPr lang="en-US" b="0" dirty="0"/>
              <a:t>Contents of the ocats-policy-tools-1.12.0.0.0.tgz zip file:</a:t>
            </a:r>
            <a:endParaRPr lang="en-IN" b="0" dirty="0"/>
          </a:p>
          <a:p>
            <a:pPr lvl="3"/>
            <a:r>
              <a:rPr lang="en-US" dirty="0">
                <a:solidFill>
                  <a:schemeClr val="tx1"/>
                </a:solidFill>
              </a:rPr>
              <a:t>|_ _ _ocats-policy-pkg-1.12.0.0.0.tgz</a:t>
            </a:r>
            <a:endParaRPr lang="en-IN" dirty="0">
              <a:solidFill>
                <a:schemeClr val="tx1"/>
              </a:solidFill>
            </a:endParaRPr>
          </a:p>
          <a:p>
            <a:pPr lvl="3"/>
            <a:r>
              <a:rPr lang="en-US" dirty="0">
                <a:solidFill>
                  <a:schemeClr val="tx1"/>
                </a:solidFill>
              </a:rPr>
              <a:t>|      |_ _ _ _ _ _ ocats-policy-1.12.0.tgz (Helm Charts)</a:t>
            </a:r>
            <a:endParaRPr lang="en-IN" dirty="0">
              <a:solidFill>
                <a:schemeClr val="tx1"/>
              </a:solidFill>
            </a:endParaRPr>
          </a:p>
          <a:p>
            <a:pPr lvl="3"/>
            <a:r>
              <a:rPr lang="en-US" dirty="0">
                <a:solidFill>
                  <a:schemeClr val="tx1"/>
                </a:solidFill>
              </a:rPr>
              <a:t>|      |_ _ _ _ _ _ ocats-policy-images-1.12.0.tar (Docker Images)</a:t>
            </a:r>
            <a:endParaRPr lang="en-IN" dirty="0">
              <a:solidFill>
                <a:schemeClr val="tx1"/>
              </a:solidFill>
            </a:endParaRPr>
          </a:p>
          <a:p>
            <a:pPr lvl="3"/>
            <a:r>
              <a:rPr lang="en-US" dirty="0">
                <a:solidFill>
                  <a:schemeClr val="tx1"/>
                </a:solidFill>
              </a:rPr>
              <a:t>|      |_ _ _ _ _ _ ats_data.tar (Policy ATS and Jenkins job Data)</a:t>
            </a:r>
            <a:endParaRPr lang="en-IN" dirty="0">
              <a:solidFill>
                <a:schemeClr val="tx1"/>
              </a:solidFill>
            </a:endParaRPr>
          </a:p>
          <a:p>
            <a:pPr lvl="3"/>
            <a:r>
              <a:rPr lang="en-US" dirty="0">
                <a:solidFill>
                  <a:schemeClr val="tx1"/>
                </a:solidFill>
              </a:rPr>
              <a:t>|_ _ _ocstub-pkg-1.1.0.0.0.tgz</a:t>
            </a:r>
            <a:endParaRPr lang="en-IN" dirty="0">
              <a:solidFill>
                <a:schemeClr val="tx1"/>
              </a:solidFill>
            </a:endParaRPr>
          </a:p>
          <a:p>
            <a:pPr lvl="3"/>
            <a:r>
              <a:rPr lang="en-US" dirty="0">
                <a:solidFill>
                  <a:schemeClr val="tx1"/>
                </a:solidFill>
              </a:rPr>
              <a:t>|      |_ _ _ _ _ _ ocstub-go-1.1.0.tgz(Helm Charts)</a:t>
            </a:r>
            <a:endParaRPr lang="en-IN" dirty="0">
              <a:solidFill>
                <a:schemeClr val="tx1"/>
              </a:solidFill>
            </a:endParaRPr>
          </a:p>
          <a:p>
            <a:pPr lvl="3"/>
            <a:r>
              <a:rPr lang="en-US" dirty="0">
                <a:solidFill>
                  <a:schemeClr val="tx1"/>
                </a:solidFill>
              </a:rPr>
              <a:t>|      |_ _ _ _ _ _ ocstub-go-image-1.1.0.tar (Docker Images)</a:t>
            </a:r>
            <a:endParaRPr lang="en-IN" dirty="0">
              <a:solidFill>
                <a:schemeClr val="tx1"/>
              </a:solidFill>
            </a:endParaRPr>
          </a:p>
          <a:p>
            <a:pPr lvl="3"/>
            <a:r>
              <a:rPr lang="en-US" dirty="0">
                <a:solidFill>
                  <a:schemeClr val="tx1"/>
                </a:solidFill>
              </a:rPr>
              <a:t>|_ _ _ocdns-pkg-1.1.2.0.0.tgz</a:t>
            </a:r>
            <a:endParaRPr lang="en-IN" dirty="0">
              <a:solidFill>
                <a:schemeClr val="tx1"/>
              </a:solidFill>
            </a:endParaRPr>
          </a:p>
          <a:p>
            <a:pPr lvl="3"/>
            <a:r>
              <a:rPr lang="en-US" dirty="0">
                <a:solidFill>
                  <a:schemeClr val="tx1"/>
                </a:solidFill>
              </a:rPr>
              <a:t>|      |_ _ _ _ _ _ ocdns-bind-1.1.2.tgz (Helm Charts)</a:t>
            </a:r>
            <a:endParaRPr lang="en-IN" dirty="0">
              <a:solidFill>
                <a:schemeClr val="tx1"/>
              </a:solidFill>
            </a:endParaRPr>
          </a:p>
          <a:p>
            <a:pPr lvl="3"/>
            <a:r>
              <a:rPr lang="en-US" dirty="0">
                <a:solidFill>
                  <a:schemeClr val="tx1"/>
                </a:solidFill>
              </a:rPr>
              <a:t>|      |_ _ _ _ _ _ ocdns-bind-image-1.1.2.tar (Docker Images)</a:t>
            </a:r>
          </a:p>
          <a:p>
            <a:pPr lvl="3"/>
            <a:r>
              <a:rPr lang="en-US" dirty="0">
                <a:solidFill>
                  <a:schemeClr val="tx1"/>
                </a:solidFill>
              </a:rPr>
              <a:t>|_ _ _ocamf-pkg-1.1.0.0.0.tgz</a:t>
            </a:r>
            <a:endParaRPr lang="en-IN" dirty="0">
              <a:solidFill>
                <a:schemeClr val="tx1"/>
              </a:solidFill>
            </a:endParaRPr>
          </a:p>
          <a:p>
            <a:pPr lvl="3"/>
            <a:r>
              <a:rPr lang="en-US" dirty="0">
                <a:solidFill>
                  <a:schemeClr val="tx1"/>
                </a:solidFill>
              </a:rPr>
              <a:t>        |_ _ _ _ _ _ ocamf-stub-1.1.0.tgz (Helm Charts)</a:t>
            </a:r>
            <a:endParaRPr lang="en-IN" dirty="0">
              <a:solidFill>
                <a:schemeClr val="tx1"/>
              </a:solidFill>
            </a:endParaRPr>
          </a:p>
          <a:p>
            <a:pPr lvl="3"/>
            <a:r>
              <a:rPr lang="en-US" dirty="0">
                <a:solidFill>
                  <a:schemeClr val="tx1"/>
                </a:solidFill>
              </a:rPr>
              <a:t>        |_ _ _ _ _ _ ocamf-stub-image-1.1.0.tar (Docker Images)</a:t>
            </a:r>
            <a:endParaRPr lang="en-IN" dirty="0">
              <a:solidFill>
                <a:schemeClr val="tx1"/>
              </a:solidFill>
            </a:endParaRPr>
          </a:p>
        </p:txBody>
      </p:sp>
    </p:spTree>
    <p:extLst>
      <p:ext uri="{BB962C8B-B14F-4D97-AF65-F5344CB8AC3E}">
        <p14:creationId xmlns:p14="http://schemas.microsoft.com/office/powerpoint/2010/main" val="4208539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7012" y="609600"/>
            <a:ext cx="6323012" cy="771525"/>
          </a:xfrm>
          <a:prstGeom prst="rect">
            <a:avLst/>
          </a:prstGeom>
        </p:spPr>
        <p:txBody>
          <a:bodyPr/>
          <a:lstStyle/>
          <a:p>
            <a:r>
              <a:rPr lang="en-US" sz="4400" b="1" dirty="0">
                <a:solidFill>
                  <a:schemeClr val="tx2"/>
                </a:solidFill>
              </a:rPr>
              <a:t>Installation of ATS </a:t>
            </a:r>
            <a:endParaRPr lang="en-IN" sz="4400" b="1" dirty="0">
              <a:solidFill>
                <a:schemeClr val="tx2"/>
              </a:solidFill>
            </a:endParaRPr>
          </a:p>
        </p:txBody>
      </p:sp>
      <p:sp>
        <p:nvSpPr>
          <p:cNvPr id="3" name="Text Placeholder 2"/>
          <p:cNvSpPr>
            <a:spLocks noGrp="1"/>
          </p:cNvSpPr>
          <p:nvPr>
            <p:ph type="body" idx="4294967295"/>
          </p:nvPr>
        </p:nvSpPr>
        <p:spPr>
          <a:xfrm>
            <a:off x="379412" y="1529555"/>
            <a:ext cx="11125200" cy="5118101"/>
          </a:xfrm>
          <a:prstGeom prst="rect">
            <a:avLst/>
          </a:prstGeom>
        </p:spPr>
        <p:txBody>
          <a:bodyPr/>
          <a:lstStyle/>
          <a:p>
            <a:r>
              <a:rPr lang="en-US" sz="1400" b="0" dirty="0"/>
              <a:t>Bellow steps need to follow to install ATS</a:t>
            </a:r>
          </a:p>
          <a:p>
            <a:pPr marL="342900" indent="-342900">
              <a:buFont typeface="Arial" panose="020B0604020202020204" pitchFamily="34" charset="0"/>
              <a:buChar char="•"/>
            </a:pPr>
            <a:r>
              <a:rPr lang="en-US" sz="1400" b="0" dirty="0"/>
              <a:t>Untar ocats package</a:t>
            </a:r>
          </a:p>
          <a:p>
            <a:r>
              <a:rPr lang="en-US" sz="1400" b="0" dirty="0">
                <a:solidFill>
                  <a:srgbClr val="0070C0"/>
                </a:solidFill>
              </a:rPr>
              <a:t>       </a:t>
            </a:r>
            <a:r>
              <a:rPr lang="en-US" sz="1400" b="0" dirty="0">
                <a:solidFill>
                  <a:schemeClr val="accent1"/>
                </a:solidFill>
              </a:rPr>
              <a:t>tar -</a:t>
            </a:r>
            <a:r>
              <a:rPr lang="en-US" sz="1400" b="0" dirty="0" err="1">
                <a:solidFill>
                  <a:schemeClr val="accent1"/>
                </a:solidFill>
              </a:rPr>
              <a:t>zxvf</a:t>
            </a:r>
            <a:r>
              <a:rPr lang="en-US" sz="1400" b="0" dirty="0">
                <a:solidFill>
                  <a:schemeClr val="accent1"/>
                </a:solidFill>
              </a:rPr>
              <a:t> ocats-policy-pkg-1.12.0.0.0.tgz</a:t>
            </a:r>
            <a:endParaRPr lang="en-US" sz="1400" dirty="0"/>
          </a:p>
          <a:p>
            <a:endParaRPr lang="en-US" sz="1400" b="0" dirty="0">
              <a:solidFill>
                <a:srgbClr val="0070C0"/>
              </a:solidFill>
            </a:endParaRPr>
          </a:p>
          <a:p>
            <a:pPr marL="342900" indent="-342900">
              <a:buFont typeface="Arial" panose="020B0604020202020204" pitchFamily="34" charset="0"/>
              <a:buChar char="•"/>
            </a:pPr>
            <a:r>
              <a:rPr lang="en-IN" sz="1400" b="0" dirty="0"/>
              <a:t>Delete existing PVC with </a:t>
            </a:r>
            <a:r>
              <a:rPr lang="en-IN" sz="1400" b="0" dirty="0" err="1"/>
              <a:t>nf</a:t>
            </a:r>
            <a:r>
              <a:rPr lang="en-IN" sz="1400" b="0" dirty="0"/>
              <a:t>-namespace:</a:t>
            </a:r>
            <a:endParaRPr lang="en-IN" sz="1400" b="0" dirty="0">
              <a:solidFill>
                <a:srgbClr val="0070C0"/>
              </a:solidFill>
            </a:endParaRPr>
          </a:p>
          <a:p>
            <a:r>
              <a:rPr lang="en-IN" sz="1400" b="0" dirty="0">
                <a:solidFill>
                  <a:srgbClr val="0070C0"/>
                </a:solidFill>
              </a:rPr>
              <a:t>       </a:t>
            </a:r>
            <a:r>
              <a:rPr lang="en-IN" sz="1400" b="0" dirty="0">
                <a:solidFill>
                  <a:schemeClr val="accent1"/>
                </a:solidFill>
              </a:rPr>
              <a:t>kubectl delete pvc policy-pvc -n &lt;</a:t>
            </a:r>
            <a:r>
              <a:rPr lang="en-IN" sz="1400" b="0" dirty="0" err="1">
                <a:solidFill>
                  <a:schemeClr val="accent1"/>
                </a:solidFill>
              </a:rPr>
              <a:t>nf</a:t>
            </a:r>
            <a:r>
              <a:rPr lang="en-IN" sz="1400" b="0" dirty="0">
                <a:solidFill>
                  <a:schemeClr val="accent1"/>
                </a:solidFill>
              </a:rPr>
              <a:t>-namespace&gt;</a:t>
            </a:r>
          </a:p>
          <a:p>
            <a:endParaRPr lang="en-IN" sz="1400" b="0" dirty="0">
              <a:solidFill>
                <a:srgbClr val="0070C0"/>
              </a:solidFill>
            </a:endParaRPr>
          </a:p>
          <a:p>
            <a:pPr marL="342900" indent="-342900">
              <a:buFont typeface="Arial" panose="020B0604020202020204" pitchFamily="34" charset="0"/>
              <a:buChar char="•"/>
            </a:pPr>
            <a:r>
              <a:rPr lang="en-IN" sz="1400" b="0" dirty="0"/>
              <a:t>Create PVC with </a:t>
            </a:r>
            <a:r>
              <a:rPr lang="en-IN" sz="1400" b="0" dirty="0" err="1"/>
              <a:t>nf</a:t>
            </a:r>
            <a:r>
              <a:rPr lang="en-IN" sz="1400" b="0" dirty="0"/>
              <a:t>-namespace:</a:t>
            </a:r>
          </a:p>
          <a:p>
            <a:r>
              <a:rPr lang="en-IN" sz="1400" b="0" dirty="0">
                <a:solidFill>
                  <a:srgbClr val="0070C0"/>
                </a:solidFill>
              </a:rPr>
              <a:t>       </a:t>
            </a:r>
            <a:r>
              <a:rPr lang="en-IN" sz="1400" b="0" dirty="0">
                <a:solidFill>
                  <a:schemeClr val="accent1"/>
                </a:solidFill>
              </a:rPr>
              <a:t>kubectl apply -f PersistentVolumeClaim.yaml -n &lt;</a:t>
            </a:r>
            <a:r>
              <a:rPr lang="en-IN" sz="1400" b="0" dirty="0" err="1">
                <a:solidFill>
                  <a:schemeClr val="accent1"/>
                </a:solidFill>
              </a:rPr>
              <a:t>nf</a:t>
            </a:r>
            <a:r>
              <a:rPr lang="en-IN" sz="1400" b="0" dirty="0">
                <a:solidFill>
                  <a:schemeClr val="accent1"/>
                </a:solidFill>
              </a:rPr>
              <a:t>-namespace&gt;</a:t>
            </a:r>
          </a:p>
          <a:p>
            <a:endParaRPr lang="en-IN" sz="1400" b="0" dirty="0">
              <a:solidFill>
                <a:srgbClr val="0070C0"/>
              </a:solidFill>
            </a:endParaRPr>
          </a:p>
          <a:p>
            <a:pPr marL="342900" indent="-342900">
              <a:buFont typeface="Arial" panose="020B0604020202020204" pitchFamily="34" charset="0"/>
              <a:buChar char="•"/>
            </a:pPr>
            <a:r>
              <a:rPr lang="en-IN" sz="1400" b="0" dirty="0"/>
              <a:t>Verify created pvc is bound to the PV and is available with </a:t>
            </a:r>
            <a:r>
              <a:rPr lang="en-IN" sz="1400" b="0" dirty="0" err="1"/>
              <a:t>nf</a:t>
            </a:r>
            <a:r>
              <a:rPr lang="en-IN" sz="1400" b="0" dirty="0"/>
              <a:t>-namespace</a:t>
            </a:r>
          </a:p>
          <a:p>
            <a:r>
              <a:rPr lang="en-IN" sz="1400" b="0" dirty="0">
                <a:solidFill>
                  <a:srgbClr val="0070C0"/>
                </a:solidFill>
              </a:rPr>
              <a:t>       </a:t>
            </a:r>
            <a:r>
              <a:rPr lang="en-IN" sz="1400" b="0" dirty="0">
                <a:solidFill>
                  <a:schemeClr val="accent1"/>
                </a:solidFill>
              </a:rPr>
              <a:t>kubectl get pvc -n &lt;</a:t>
            </a:r>
            <a:r>
              <a:rPr lang="en-IN" sz="1400" b="0" dirty="0" err="1">
                <a:solidFill>
                  <a:schemeClr val="accent1"/>
                </a:solidFill>
              </a:rPr>
              <a:t>nf</a:t>
            </a:r>
            <a:r>
              <a:rPr lang="en-IN" sz="1400" b="0" dirty="0">
                <a:solidFill>
                  <a:schemeClr val="accent1"/>
                </a:solidFill>
              </a:rPr>
              <a:t>-namespace&gt;</a:t>
            </a:r>
          </a:p>
          <a:p>
            <a:endParaRPr lang="en-US" sz="1400" b="0" dirty="0">
              <a:solidFill>
                <a:srgbClr val="00B0F0"/>
              </a:solidFill>
            </a:endParaRPr>
          </a:p>
          <a:p>
            <a:pPr marL="342900" indent="-342900">
              <a:buFont typeface="Arial" panose="020B0604020202020204" pitchFamily="34" charset="0"/>
              <a:buChar char="•"/>
            </a:pPr>
            <a:r>
              <a:rPr lang="en-US" sz="1400" b="0" dirty="0"/>
              <a:t>Load the </a:t>
            </a:r>
            <a:r>
              <a:rPr lang="en-US" sz="1400" b="0" dirty="0" err="1"/>
              <a:t>nf</a:t>
            </a:r>
            <a:r>
              <a:rPr lang="en-US" sz="1400" b="0" dirty="0"/>
              <a:t> ATS Image into docker:</a:t>
            </a:r>
            <a:endParaRPr lang="en-US" sz="1400" b="0" dirty="0">
              <a:solidFill>
                <a:srgbClr val="0070C0"/>
              </a:solidFill>
            </a:endParaRPr>
          </a:p>
          <a:p>
            <a:r>
              <a:rPr lang="en-US" sz="1400" b="0" dirty="0">
                <a:solidFill>
                  <a:srgbClr val="0070C0"/>
                </a:solidFill>
              </a:rPr>
              <a:t>      </a:t>
            </a:r>
            <a:r>
              <a:rPr lang="en-US" sz="1400" b="0" dirty="0" err="1">
                <a:solidFill>
                  <a:schemeClr val="accent1"/>
                </a:solidFill>
              </a:rPr>
              <a:t>docker</a:t>
            </a:r>
            <a:r>
              <a:rPr lang="en-US" sz="1400" b="0" dirty="0">
                <a:solidFill>
                  <a:schemeClr val="accent1"/>
                </a:solidFill>
              </a:rPr>
              <a:t> load --input ocats-policy-images-1.12.0.tar</a:t>
            </a:r>
          </a:p>
          <a:p>
            <a:endParaRPr lang="en-IN" sz="1400" b="0" dirty="0">
              <a:solidFill>
                <a:srgbClr val="0070C0"/>
              </a:solidFill>
            </a:endParaRPr>
          </a:p>
        </p:txBody>
      </p:sp>
    </p:spTree>
    <p:extLst>
      <p:ext uri="{BB962C8B-B14F-4D97-AF65-F5344CB8AC3E}">
        <p14:creationId xmlns:p14="http://schemas.microsoft.com/office/powerpoint/2010/main" val="366593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379412" y="1066800"/>
            <a:ext cx="11506200" cy="5867400"/>
          </a:xfrm>
          <a:prstGeom prst="rect">
            <a:avLst/>
          </a:prstGeom>
        </p:spPr>
        <p:txBody>
          <a:bodyPr/>
          <a:lstStyle/>
          <a:p>
            <a:pPr marL="342900" indent="-342900">
              <a:buFont typeface="Arial" panose="020B0604020202020204" pitchFamily="34" charset="0"/>
              <a:buChar char="•"/>
            </a:pPr>
            <a:r>
              <a:rPr lang="en-US" sz="1400" dirty="0"/>
              <a:t>Tag ats image to registry name:</a:t>
            </a:r>
          </a:p>
          <a:p>
            <a:r>
              <a:rPr lang="en-US" sz="1400" dirty="0">
                <a:solidFill>
                  <a:srgbClr val="0070C0"/>
                </a:solidFill>
              </a:rPr>
              <a:t>      </a:t>
            </a:r>
            <a:r>
              <a:rPr lang="en-US" sz="1400" dirty="0">
                <a:solidFill>
                  <a:schemeClr val="accent1"/>
                </a:solidFill>
              </a:rPr>
              <a:t>docker tag ocats-policy:1.12.0  &lt;REPO NAME&gt;:&lt;Port#&gt;/&lt;path&gt;/ocats-policy:1.12.0</a:t>
            </a:r>
          </a:p>
          <a:p>
            <a:endParaRPr lang="en-IN" sz="1400" b="0" dirty="0"/>
          </a:p>
          <a:p>
            <a:pPr marL="342900" indent="-342900">
              <a:buFont typeface="Arial" panose="020B0604020202020204" pitchFamily="34" charset="0"/>
              <a:buChar char="•"/>
            </a:pPr>
            <a:r>
              <a:rPr lang="en-IN" sz="1400" b="0" dirty="0"/>
              <a:t>Push ats image to registry:</a:t>
            </a:r>
          </a:p>
          <a:p>
            <a:r>
              <a:rPr lang="en-IN" sz="1400" b="0" dirty="0">
                <a:solidFill>
                  <a:srgbClr val="0070C0"/>
                </a:solidFill>
              </a:rPr>
              <a:t>       </a:t>
            </a:r>
            <a:r>
              <a:rPr lang="en-IN" sz="1400" b="0" dirty="0">
                <a:solidFill>
                  <a:schemeClr val="accent1"/>
                </a:solidFill>
              </a:rPr>
              <a:t>docker push &lt;REPO NAME&gt;:&lt;Port#&gt;/&lt;path&gt;/ocats-policy:1.12.0</a:t>
            </a:r>
          </a:p>
          <a:p>
            <a:endParaRPr lang="en-IN" sz="1400" b="0" dirty="0"/>
          </a:p>
          <a:p>
            <a:pPr marL="342900" indent="-342900">
              <a:buFont typeface="Arial" panose="020B0604020202020204" pitchFamily="34" charset="0"/>
              <a:buChar char="•"/>
            </a:pPr>
            <a:r>
              <a:rPr lang="en-IN" sz="1400" b="0" dirty="0"/>
              <a:t>Modify values-yaml-file </a:t>
            </a:r>
          </a:p>
          <a:p>
            <a:r>
              <a:rPr lang="en-IN" sz="1400" b="0" dirty="0"/>
              <a:t>       Modify values-yaml-file as PVEnabled: true, PVClaimName: "policy-pvc" and repository:&lt;local-repo-name&gt;</a:t>
            </a:r>
          </a:p>
          <a:p>
            <a:endParaRPr lang="en-IN" sz="1400" b="0" dirty="0"/>
          </a:p>
          <a:p>
            <a:pPr marL="342900" indent="-342900">
              <a:buFont typeface="Arial" panose="020B0604020202020204" pitchFamily="34" charset="0"/>
              <a:buChar char="•"/>
            </a:pPr>
            <a:r>
              <a:rPr lang="en-IN" sz="1400" b="0" dirty="0"/>
              <a:t>Install the NF-ATS Image using helm</a:t>
            </a:r>
          </a:p>
          <a:p>
            <a:r>
              <a:rPr lang="en-IN" sz="1400" b="0" dirty="0">
                <a:solidFill>
                  <a:srgbClr val="0070C0"/>
                </a:solidFill>
              </a:rPr>
              <a:t>       </a:t>
            </a:r>
            <a:r>
              <a:rPr lang="en-IN" sz="1400" b="0" dirty="0">
                <a:solidFill>
                  <a:schemeClr val="accent1"/>
                </a:solidFill>
              </a:rPr>
              <a:t>helm install -name ocats ocats-policy-1.12.0.tgz --namespace &lt;</a:t>
            </a:r>
            <a:r>
              <a:rPr lang="en-IN" sz="1400" b="0" dirty="0" err="1">
                <a:solidFill>
                  <a:schemeClr val="accent1"/>
                </a:solidFill>
              </a:rPr>
              <a:t>nf</a:t>
            </a:r>
            <a:r>
              <a:rPr lang="en-IN" sz="1400" b="0" dirty="0">
                <a:solidFill>
                  <a:schemeClr val="accent1"/>
                </a:solidFill>
              </a:rPr>
              <a:t>-namespace&gt; -f ocats-policy/&lt;values-yaml-file&gt;</a:t>
            </a:r>
          </a:p>
          <a:p>
            <a:endParaRPr lang="en-US" sz="1400" b="0" dirty="0">
              <a:solidFill>
                <a:schemeClr val="accent1"/>
              </a:solidFill>
            </a:endParaRPr>
          </a:p>
          <a:p>
            <a:pPr marL="342900" indent="-342900">
              <a:buFont typeface="Arial" panose="020B0604020202020204" pitchFamily="34" charset="0"/>
              <a:buChar char="•"/>
            </a:pPr>
            <a:r>
              <a:rPr lang="en-IN" sz="1400" b="0" dirty="0"/>
              <a:t>Verify helm status of ocats:</a:t>
            </a:r>
          </a:p>
          <a:p>
            <a:r>
              <a:rPr lang="en-IN" sz="1400" b="0" dirty="0"/>
              <a:t>       List the helm status and confirm &lt;ocats&gt; image with CHART (ocats-policy-1.12.0) STATUS shown as DEPLOYED in namespace of NF</a:t>
            </a:r>
          </a:p>
          <a:p>
            <a:r>
              <a:rPr lang="en-IN" sz="1400" b="0" dirty="0">
                <a:solidFill>
                  <a:srgbClr val="0070C0"/>
                </a:solidFill>
              </a:rPr>
              <a:t>        </a:t>
            </a:r>
            <a:r>
              <a:rPr lang="en-IN" sz="1400" b="0" dirty="0">
                <a:solidFill>
                  <a:schemeClr val="accent1"/>
                </a:solidFill>
              </a:rPr>
              <a:t>helm ls | grep ocats-policy</a:t>
            </a:r>
          </a:p>
          <a:p>
            <a:endParaRPr lang="en-IN" sz="1400" b="0" dirty="0">
              <a:solidFill>
                <a:schemeClr val="accent1"/>
              </a:solidFill>
            </a:endParaRPr>
          </a:p>
          <a:p>
            <a:endParaRPr lang="en-IN" sz="1400" b="0" dirty="0"/>
          </a:p>
          <a:p>
            <a:endParaRPr lang="en-US" sz="1400" b="0" dirty="0"/>
          </a:p>
          <a:p>
            <a:endParaRPr lang="en-US" sz="1400" b="0" dirty="0"/>
          </a:p>
        </p:txBody>
      </p:sp>
    </p:spTree>
    <p:extLst>
      <p:ext uri="{BB962C8B-B14F-4D97-AF65-F5344CB8AC3E}">
        <p14:creationId xmlns:p14="http://schemas.microsoft.com/office/powerpoint/2010/main" val="2335690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123721" y="381000"/>
            <a:ext cx="11125200" cy="5867400"/>
          </a:xfrm>
          <a:prstGeom prst="rect">
            <a:avLst/>
          </a:prstGeom>
        </p:spPr>
        <p:txBody>
          <a:bodyPr/>
          <a:lstStyle/>
          <a:p>
            <a:pPr marL="342900" indent="-342900">
              <a:buFont typeface="Arial" panose="020B0604020202020204" pitchFamily="34" charset="0"/>
              <a:buChar char="•"/>
            </a:pPr>
            <a:r>
              <a:rPr lang="en-IN" sz="1600" dirty="0"/>
              <a:t>Check the newly Installed NF-ATS POD status</a:t>
            </a:r>
          </a:p>
          <a:p>
            <a:r>
              <a:rPr lang="en-IN" sz="1600" dirty="0">
                <a:solidFill>
                  <a:srgbClr val="0070C0"/>
                </a:solidFill>
              </a:rPr>
              <a:t>       </a:t>
            </a:r>
            <a:r>
              <a:rPr lang="en-IN" sz="1600" dirty="0">
                <a:solidFill>
                  <a:schemeClr val="accent1"/>
                </a:solidFill>
              </a:rPr>
              <a:t>kubectl get pods -n &lt;</a:t>
            </a:r>
            <a:r>
              <a:rPr lang="en-IN" sz="1600" dirty="0" err="1">
                <a:solidFill>
                  <a:schemeClr val="accent1"/>
                </a:solidFill>
              </a:rPr>
              <a:t>nf</a:t>
            </a:r>
            <a:r>
              <a:rPr lang="en-IN" sz="1600" dirty="0">
                <a:solidFill>
                  <a:schemeClr val="accent1"/>
                </a:solidFill>
              </a:rPr>
              <a:t>-namespace&gt; | grep ocats</a:t>
            </a:r>
          </a:p>
          <a:p>
            <a:endParaRPr lang="en-IN" sz="1600" dirty="0">
              <a:solidFill>
                <a:srgbClr val="0070C0"/>
              </a:solidFill>
            </a:endParaRPr>
          </a:p>
          <a:p>
            <a:pPr marL="342900" indent="-342900">
              <a:buFont typeface="Arial" panose="020B0604020202020204" pitchFamily="34" charset="0"/>
              <a:buChar char="•"/>
            </a:pPr>
            <a:r>
              <a:rPr lang="en-US" sz="1600" dirty="0"/>
              <a:t>Copying ATS data to ATS pod: </a:t>
            </a:r>
          </a:p>
          <a:p>
            <a:r>
              <a:rPr lang="en-US" sz="1600" dirty="0"/>
              <a:t>       Extract the tar file</a:t>
            </a:r>
            <a:br>
              <a:rPr lang="en-US" sz="1600" dirty="0"/>
            </a:br>
            <a:r>
              <a:rPr lang="en-US" sz="1600" dirty="0">
                <a:solidFill>
                  <a:schemeClr val="accent1"/>
                </a:solidFill>
              </a:rPr>
              <a:t>       tar -</a:t>
            </a:r>
            <a:r>
              <a:rPr lang="en-US" sz="1600" dirty="0" err="1">
                <a:solidFill>
                  <a:schemeClr val="accent1"/>
                </a:solidFill>
              </a:rPr>
              <a:t>xvf</a:t>
            </a:r>
            <a:r>
              <a:rPr lang="en-US" sz="1600" dirty="0">
                <a:solidFill>
                  <a:schemeClr val="accent1"/>
                </a:solidFill>
              </a:rPr>
              <a:t> ats_data.tar</a:t>
            </a:r>
          </a:p>
          <a:p>
            <a:endParaRPr lang="en-US" sz="1600" b="0" dirty="0"/>
          </a:p>
          <a:p>
            <a:pPr marL="342900" indent="-342900">
              <a:buFont typeface="Arial" panose="020B0604020202020204" pitchFamily="34" charset="0"/>
              <a:buChar char="•"/>
            </a:pPr>
            <a:r>
              <a:rPr lang="en-US" sz="1600" b="0" dirty="0"/>
              <a:t>Copy directory “</a:t>
            </a:r>
            <a:r>
              <a:rPr lang="en-US" sz="1600" b="0" dirty="0" err="1"/>
              <a:t>ocpcf_tests</a:t>
            </a:r>
            <a:r>
              <a:rPr lang="en-US" sz="1600" b="0" dirty="0"/>
              <a:t>” to ATS pod</a:t>
            </a:r>
          </a:p>
          <a:p>
            <a:r>
              <a:rPr lang="en-US" sz="1600" b="0" dirty="0">
                <a:solidFill>
                  <a:srgbClr val="0070C0"/>
                </a:solidFill>
              </a:rPr>
              <a:t>       </a:t>
            </a:r>
            <a:r>
              <a:rPr lang="en-US" sz="1600" b="0" dirty="0">
                <a:solidFill>
                  <a:schemeClr val="accent1"/>
                </a:solidFill>
              </a:rPr>
              <a:t>kubectl cp ats_data/</a:t>
            </a:r>
            <a:r>
              <a:rPr lang="en-US" sz="1600" b="0" dirty="0" err="1">
                <a:solidFill>
                  <a:schemeClr val="accent1"/>
                </a:solidFill>
              </a:rPr>
              <a:t>ocpcf_tests</a:t>
            </a:r>
            <a:r>
              <a:rPr lang="en-US" sz="1600" b="0" dirty="0">
                <a:solidFill>
                  <a:schemeClr val="accent1"/>
                </a:solidFill>
              </a:rPr>
              <a:t> &lt;pcf-namespace&gt;/&lt;ats pod name&gt;:/</a:t>
            </a:r>
            <a:r>
              <a:rPr lang="en-US" sz="1600" b="0" dirty="0" err="1">
                <a:solidFill>
                  <a:schemeClr val="accent1"/>
                </a:solidFill>
              </a:rPr>
              <a:t>var</a:t>
            </a:r>
            <a:r>
              <a:rPr lang="en-US" sz="1600" b="0" dirty="0">
                <a:solidFill>
                  <a:schemeClr val="accent1"/>
                </a:solidFill>
              </a:rPr>
              <a:t>/lib/</a:t>
            </a:r>
            <a:r>
              <a:rPr lang="en-US" sz="1600" b="0" dirty="0" err="1">
                <a:solidFill>
                  <a:schemeClr val="accent1"/>
                </a:solidFill>
              </a:rPr>
              <a:t>jenkins</a:t>
            </a:r>
            <a:r>
              <a:rPr lang="en-US" sz="1600" b="0" dirty="0">
                <a:solidFill>
                  <a:schemeClr val="accent1"/>
                </a:solidFill>
              </a:rPr>
              <a:t>/</a:t>
            </a:r>
          </a:p>
          <a:p>
            <a:endParaRPr lang="en-US" sz="1600" b="0" dirty="0">
              <a:solidFill>
                <a:srgbClr val="0070C0"/>
              </a:solidFill>
            </a:endParaRPr>
          </a:p>
          <a:p>
            <a:pPr marL="285750" indent="-285750">
              <a:buFont typeface="Arial" panose="020B0604020202020204" pitchFamily="34" charset="0"/>
              <a:buChar char="•"/>
            </a:pPr>
            <a:r>
              <a:rPr lang="en-US" sz="1600" b="0" dirty="0"/>
              <a:t> Copy directory “jobs” to ATS pod:</a:t>
            </a:r>
            <a:endParaRPr lang="en-US" sz="1600" b="0" dirty="0">
              <a:solidFill>
                <a:srgbClr val="0070C0"/>
              </a:solidFill>
            </a:endParaRPr>
          </a:p>
          <a:p>
            <a:r>
              <a:rPr lang="en-US" sz="1600" b="0" dirty="0">
                <a:solidFill>
                  <a:srgbClr val="0070C0"/>
                </a:solidFill>
              </a:rPr>
              <a:t>       </a:t>
            </a:r>
            <a:r>
              <a:rPr lang="en-US" sz="1600" b="0" dirty="0">
                <a:solidFill>
                  <a:schemeClr val="accent1"/>
                </a:solidFill>
              </a:rPr>
              <a:t>kubectl cp ats_data/jobs &lt;</a:t>
            </a:r>
            <a:r>
              <a:rPr lang="en-US" sz="1600" b="0" dirty="0" err="1">
                <a:solidFill>
                  <a:schemeClr val="accent1"/>
                </a:solidFill>
              </a:rPr>
              <a:t>nf</a:t>
            </a:r>
            <a:r>
              <a:rPr lang="en-US" sz="1600" b="0" dirty="0">
                <a:solidFill>
                  <a:schemeClr val="accent1"/>
                </a:solidFill>
              </a:rPr>
              <a:t>-namespace&gt;/&lt;ats pod name&gt;:/var/lib/jenkins/.</a:t>
            </a:r>
            <a:r>
              <a:rPr lang="en-US" sz="1600" b="0" dirty="0" err="1">
                <a:solidFill>
                  <a:schemeClr val="accent1"/>
                </a:solidFill>
              </a:rPr>
              <a:t>jenkins</a:t>
            </a:r>
            <a:r>
              <a:rPr lang="en-US" sz="1600" b="0" dirty="0">
                <a:solidFill>
                  <a:schemeClr val="accent1"/>
                </a:solidFill>
              </a:rPr>
              <a:t>/</a:t>
            </a:r>
          </a:p>
          <a:p>
            <a:endParaRPr lang="en-US" sz="1600" b="0" dirty="0">
              <a:solidFill>
                <a:schemeClr val="accent1"/>
              </a:solidFill>
            </a:endParaRPr>
          </a:p>
          <a:p>
            <a:pPr marL="285750" indent="-285750">
              <a:buFont typeface="Arial" panose="020B0604020202020204" pitchFamily="34" charset="0"/>
              <a:buChar char="•"/>
            </a:pPr>
            <a:r>
              <a:rPr lang="en-US" sz="1600" b="0" dirty="0"/>
              <a:t> Restart ATS pod</a:t>
            </a:r>
            <a:endParaRPr lang="en-US" sz="1600" b="0" dirty="0">
              <a:solidFill>
                <a:srgbClr val="0070C0"/>
              </a:solidFill>
            </a:endParaRPr>
          </a:p>
          <a:p>
            <a:r>
              <a:rPr lang="en-US" sz="1600" b="0" dirty="0">
                <a:solidFill>
                  <a:srgbClr val="0070C0"/>
                </a:solidFill>
              </a:rPr>
              <a:t>       </a:t>
            </a:r>
            <a:r>
              <a:rPr lang="en-US" sz="1600" b="0" dirty="0">
                <a:solidFill>
                  <a:schemeClr val="accent1"/>
                </a:solidFill>
              </a:rPr>
              <a:t>kubectl delete pod &lt;ats-pod name&gt; -n &lt;</a:t>
            </a:r>
            <a:r>
              <a:rPr lang="en-US" sz="1600" b="0" dirty="0" err="1">
                <a:solidFill>
                  <a:schemeClr val="accent1"/>
                </a:solidFill>
              </a:rPr>
              <a:t>nf</a:t>
            </a:r>
            <a:r>
              <a:rPr lang="en-US" sz="1600" b="0" dirty="0">
                <a:solidFill>
                  <a:schemeClr val="accent1"/>
                </a:solidFill>
              </a:rPr>
              <a:t>-namespace&gt;</a:t>
            </a:r>
          </a:p>
          <a:p>
            <a:endParaRPr lang="en-US" sz="1600" b="0" dirty="0">
              <a:solidFill>
                <a:schemeClr val="accent1"/>
              </a:solidFill>
            </a:endParaRPr>
          </a:p>
          <a:p>
            <a:pPr marL="342900" indent="-342900">
              <a:buFont typeface="Arial" panose="020B0604020202020204" pitchFamily="34" charset="0"/>
              <a:buChar char="•"/>
            </a:pPr>
            <a:r>
              <a:rPr lang="en-US" sz="1600" b="0" dirty="0"/>
              <a:t>Login to ats pod and verify copied job</a:t>
            </a:r>
            <a:endParaRPr lang="en-US" sz="1600" b="0" dirty="0">
              <a:solidFill>
                <a:srgbClr val="0070C0"/>
              </a:solidFill>
            </a:endParaRPr>
          </a:p>
          <a:p>
            <a:r>
              <a:rPr lang="en-US" sz="1600" b="0" dirty="0">
                <a:solidFill>
                  <a:srgbClr val="0070C0"/>
                </a:solidFill>
              </a:rPr>
              <a:t>       </a:t>
            </a:r>
            <a:r>
              <a:rPr lang="en-US" sz="1600" b="0" dirty="0">
                <a:solidFill>
                  <a:schemeClr val="accent1"/>
                </a:solidFill>
              </a:rPr>
              <a:t>kubectl -it exec &lt;ats-pod-name&gt; -n &lt;</a:t>
            </a:r>
            <a:r>
              <a:rPr lang="en-US" sz="1600" b="0" dirty="0" err="1">
                <a:solidFill>
                  <a:schemeClr val="accent1"/>
                </a:solidFill>
              </a:rPr>
              <a:t>nf</a:t>
            </a:r>
            <a:r>
              <a:rPr lang="en-US" sz="1600" b="0" dirty="0">
                <a:solidFill>
                  <a:schemeClr val="accent1"/>
                </a:solidFill>
              </a:rPr>
              <a:t>-namespace&gt; /bin/bash</a:t>
            </a:r>
          </a:p>
          <a:p>
            <a:endParaRPr lang="en-US" sz="1600" b="0" dirty="0"/>
          </a:p>
          <a:p>
            <a:endParaRPr lang="en-US" sz="1600" b="0" dirty="0">
              <a:solidFill>
                <a:srgbClr val="0070C0"/>
              </a:solidFill>
            </a:endParaRPr>
          </a:p>
          <a:p>
            <a:r>
              <a:rPr lang="en-US" sz="1600" b="0" dirty="0">
                <a:solidFill>
                  <a:srgbClr val="0070C0"/>
                </a:solidFill>
              </a:rPr>
              <a:t> </a:t>
            </a:r>
            <a:endParaRPr lang="en-IN" sz="1600" b="0" dirty="0"/>
          </a:p>
        </p:txBody>
      </p:sp>
    </p:spTree>
    <p:extLst>
      <p:ext uri="{BB962C8B-B14F-4D97-AF65-F5344CB8AC3E}">
        <p14:creationId xmlns:p14="http://schemas.microsoft.com/office/powerpoint/2010/main" val="1080499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6517" y="268224"/>
            <a:ext cx="11125200" cy="619125"/>
          </a:xfrm>
          <a:prstGeom prst="rect">
            <a:avLst/>
          </a:prstGeom>
        </p:spPr>
        <p:txBody>
          <a:bodyPr/>
          <a:lstStyle/>
          <a:p>
            <a:r>
              <a:rPr lang="en-US" sz="4400" b="1" dirty="0">
                <a:solidFill>
                  <a:schemeClr val="tx2"/>
                </a:solidFill>
              </a:rPr>
              <a:t>Installation of ocstub </a:t>
            </a:r>
            <a:endParaRPr lang="en-IN" sz="4400" b="1" dirty="0">
              <a:solidFill>
                <a:schemeClr val="tx2"/>
              </a:solidFill>
            </a:endParaRPr>
          </a:p>
        </p:txBody>
      </p:sp>
      <p:sp>
        <p:nvSpPr>
          <p:cNvPr id="3" name="Text Placeholder 2"/>
          <p:cNvSpPr>
            <a:spLocks noGrp="1"/>
          </p:cNvSpPr>
          <p:nvPr>
            <p:ph type="body" idx="4294967295"/>
          </p:nvPr>
        </p:nvSpPr>
        <p:spPr>
          <a:xfrm>
            <a:off x="333565" y="1029780"/>
            <a:ext cx="11506200" cy="5248275"/>
          </a:xfrm>
          <a:prstGeom prst="rect">
            <a:avLst/>
          </a:prstGeom>
        </p:spPr>
        <p:txBody>
          <a:bodyPr/>
          <a:lstStyle/>
          <a:p>
            <a:r>
              <a:rPr lang="en-US" sz="1400" b="0" dirty="0"/>
              <a:t>Bellow steps need to follow to install ocstub</a:t>
            </a:r>
          </a:p>
          <a:p>
            <a:pPr marL="342900" indent="-342900">
              <a:buFont typeface="Arial" panose="020B0604020202020204" pitchFamily="34" charset="0"/>
              <a:buChar char="•"/>
            </a:pPr>
            <a:r>
              <a:rPr lang="en-US" sz="1400" b="0" dirty="0"/>
              <a:t>Untar </a:t>
            </a:r>
            <a:r>
              <a:rPr lang="en-US" sz="1400" b="0" dirty="0" err="1"/>
              <a:t>ocstub</a:t>
            </a:r>
            <a:r>
              <a:rPr lang="en-US" sz="1400" b="0" dirty="0"/>
              <a:t> package</a:t>
            </a:r>
          </a:p>
          <a:p>
            <a:r>
              <a:rPr lang="en-US" sz="1400" b="0" dirty="0">
                <a:solidFill>
                  <a:srgbClr val="0070C0"/>
                </a:solidFill>
              </a:rPr>
              <a:t>       </a:t>
            </a:r>
            <a:r>
              <a:rPr lang="en-US" sz="1400" b="0" dirty="0">
                <a:solidFill>
                  <a:srgbClr val="FF0000"/>
                </a:solidFill>
              </a:rPr>
              <a:t>tar -</a:t>
            </a:r>
            <a:r>
              <a:rPr lang="en-US" sz="1400" b="0" dirty="0" err="1">
                <a:solidFill>
                  <a:srgbClr val="FF0000"/>
                </a:solidFill>
              </a:rPr>
              <a:t>zxvf</a:t>
            </a:r>
            <a:r>
              <a:rPr lang="en-US" sz="1400" b="0" dirty="0">
                <a:solidFill>
                  <a:srgbClr val="FF0000"/>
                </a:solidFill>
              </a:rPr>
              <a:t> ocstub-pkg-1.1.0.0.0.tgz </a:t>
            </a:r>
          </a:p>
          <a:p>
            <a:endParaRPr lang="en-US" sz="1400" b="0" dirty="0">
              <a:solidFill>
                <a:srgbClr val="0070C0"/>
              </a:solidFill>
            </a:endParaRPr>
          </a:p>
          <a:p>
            <a:pPr marL="342900" indent="-342900">
              <a:buFont typeface="Arial" panose="020B0604020202020204" pitchFamily="34" charset="0"/>
              <a:buChar char="•"/>
            </a:pPr>
            <a:r>
              <a:rPr lang="en-US" sz="1400" b="0" dirty="0"/>
              <a:t>Load the ocstub Image into docker:</a:t>
            </a:r>
          </a:p>
          <a:p>
            <a:r>
              <a:rPr lang="en-US" sz="1400" b="0" dirty="0">
                <a:solidFill>
                  <a:srgbClr val="0070C0"/>
                </a:solidFill>
              </a:rPr>
              <a:t>      </a:t>
            </a:r>
            <a:r>
              <a:rPr lang="en-US" sz="1400" b="0" dirty="0" err="1">
                <a:solidFill>
                  <a:srgbClr val="FF0000"/>
                </a:solidFill>
              </a:rPr>
              <a:t>docker</a:t>
            </a:r>
            <a:r>
              <a:rPr lang="en-US" sz="1400" b="0" dirty="0">
                <a:solidFill>
                  <a:srgbClr val="FF0000"/>
                </a:solidFill>
              </a:rPr>
              <a:t> load --input ocstub-go-image-1.1.0.tar </a:t>
            </a:r>
          </a:p>
          <a:p>
            <a:endParaRPr lang="en-US" sz="1400" b="0" dirty="0">
              <a:solidFill>
                <a:srgbClr val="0070C0"/>
              </a:solidFill>
            </a:endParaRPr>
          </a:p>
          <a:p>
            <a:pPr marL="342900" indent="-342900">
              <a:buFont typeface="Arial" panose="020B0604020202020204" pitchFamily="34" charset="0"/>
              <a:buChar char="•"/>
            </a:pPr>
            <a:r>
              <a:rPr lang="en-US" sz="1400" b="0" dirty="0"/>
              <a:t>Tag ocstub image to registry name:</a:t>
            </a:r>
          </a:p>
          <a:p>
            <a:r>
              <a:rPr lang="en-US" sz="1400" b="0" dirty="0">
                <a:solidFill>
                  <a:srgbClr val="0070C0"/>
                </a:solidFill>
              </a:rPr>
              <a:t>       </a:t>
            </a:r>
            <a:r>
              <a:rPr lang="en-US" sz="1400" b="0" dirty="0" err="1">
                <a:solidFill>
                  <a:srgbClr val="FF0000"/>
                </a:solidFill>
              </a:rPr>
              <a:t>docker</a:t>
            </a:r>
            <a:r>
              <a:rPr lang="en-US" sz="1400" b="0" dirty="0">
                <a:solidFill>
                  <a:srgbClr val="FF0000"/>
                </a:solidFill>
              </a:rPr>
              <a:t> tag ocstub-go:1.1.0  &lt;REPO-NAME&gt;:&lt;Port#&gt;/&lt;path&gt;/ocstub-go:1.1.0</a:t>
            </a:r>
          </a:p>
          <a:p>
            <a:endParaRPr lang="en-US" sz="1400" b="0" dirty="0">
              <a:solidFill>
                <a:srgbClr val="0070C0"/>
              </a:solidFill>
            </a:endParaRPr>
          </a:p>
          <a:p>
            <a:pPr marL="342900" indent="-342900">
              <a:buFont typeface="Arial" panose="020B0604020202020204" pitchFamily="34" charset="0"/>
              <a:buChar char="•"/>
            </a:pPr>
            <a:r>
              <a:rPr lang="en-US" sz="1400" b="0" dirty="0"/>
              <a:t>Push ocstub image to registry:</a:t>
            </a:r>
          </a:p>
          <a:p>
            <a:r>
              <a:rPr lang="en-US" sz="1400" b="0" dirty="0">
                <a:solidFill>
                  <a:srgbClr val="0070C0"/>
                </a:solidFill>
              </a:rPr>
              <a:t>       </a:t>
            </a:r>
            <a:r>
              <a:rPr lang="en-US" sz="1400" b="0" dirty="0" err="1">
                <a:solidFill>
                  <a:srgbClr val="FF0000"/>
                </a:solidFill>
              </a:rPr>
              <a:t>docker</a:t>
            </a:r>
            <a:r>
              <a:rPr lang="en-US" sz="1400" b="0" dirty="0">
                <a:solidFill>
                  <a:srgbClr val="FF0000"/>
                </a:solidFill>
              </a:rPr>
              <a:t> push &lt;REPO-NAME&gt;:&lt;Port#&gt;/&lt;path&gt;/ocstub-go:1.1.0</a:t>
            </a:r>
          </a:p>
          <a:p>
            <a:endParaRPr lang="en-US" sz="1400" b="0" dirty="0">
              <a:solidFill>
                <a:srgbClr val="0070C0"/>
              </a:solidFill>
            </a:endParaRPr>
          </a:p>
          <a:p>
            <a:pPr marL="342900" indent="-342900">
              <a:buFont typeface="Arial" panose="020B0604020202020204" pitchFamily="34" charset="0"/>
              <a:buChar char="•"/>
            </a:pPr>
            <a:r>
              <a:rPr lang="en-US" sz="1400" b="0" dirty="0"/>
              <a:t>Modify values-yaml-file </a:t>
            </a:r>
          </a:p>
          <a:p>
            <a:r>
              <a:rPr lang="en-US" sz="1400" b="0" dirty="0"/>
              <a:t>       Modify stub-</a:t>
            </a:r>
            <a:r>
              <a:rPr lang="en-US" sz="1400" b="0" dirty="0" err="1"/>
              <a:t>custom.yaml</a:t>
            </a:r>
            <a:r>
              <a:rPr lang="en-US" sz="1400" b="0" dirty="0"/>
              <a:t> as repository:&lt;local-repo-name&gt;</a:t>
            </a:r>
          </a:p>
          <a:p>
            <a:endParaRPr lang="en-US" sz="1400" b="0" dirty="0"/>
          </a:p>
          <a:p>
            <a:pPr marL="342900" indent="-342900">
              <a:buFont typeface="Arial" panose="020B0604020202020204" pitchFamily="34" charset="0"/>
              <a:buChar char="•"/>
            </a:pPr>
            <a:r>
              <a:rPr lang="en-US" sz="1400" b="0" dirty="0"/>
              <a:t>Install the ocstub Image using helm</a:t>
            </a:r>
          </a:p>
          <a:p>
            <a:r>
              <a:rPr lang="en-US" sz="1400" b="0" dirty="0">
                <a:solidFill>
                  <a:srgbClr val="0070C0"/>
                </a:solidFill>
              </a:rPr>
              <a:t>       </a:t>
            </a:r>
            <a:r>
              <a:rPr lang="en-US" sz="1400" b="0" dirty="0">
                <a:solidFill>
                  <a:srgbClr val="FF0000"/>
                </a:solidFill>
              </a:rPr>
              <a:t>helm install ocstub-go --set service.name=&lt;stub-service-name&gt; --name &lt;stub-service-name&gt; --namespace &lt;pcf-namespace&gt; -f </a:t>
            </a:r>
            <a:r>
              <a:rPr lang="en-US" sz="1400" b="0" dirty="0" err="1">
                <a:solidFill>
                  <a:srgbClr val="FF0000"/>
                </a:solidFill>
              </a:rPr>
              <a:t>ocstub</a:t>
            </a:r>
            <a:r>
              <a:rPr lang="en-US" sz="1400" b="0" dirty="0">
                <a:solidFill>
                  <a:srgbClr val="FF0000"/>
                </a:solidFill>
              </a:rPr>
              <a:t>-go/</a:t>
            </a:r>
            <a:r>
              <a:rPr lang="en-US" sz="1400" b="0" dirty="0" err="1">
                <a:solidFill>
                  <a:srgbClr val="FF0000"/>
                </a:solidFill>
              </a:rPr>
              <a:t>values.yaml</a:t>
            </a:r>
            <a:endParaRPr lang="en-US" sz="1400" b="0" dirty="0">
              <a:solidFill>
                <a:srgbClr val="FF0000"/>
              </a:solidFill>
            </a:endParaRPr>
          </a:p>
        </p:txBody>
      </p:sp>
    </p:spTree>
    <p:extLst>
      <p:ext uri="{BB962C8B-B14F-4D97-AF65-F5344CB8AC3E}">
        <p14:creationId xmlns:p14="http://schemas.microsoft.com/office/powerpoint/2010/main" val="2590392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158709" y="457200"/>
            <a:ext cx="11125200" cy="5867400"/>
          </a:xfrm>
          <a:prstGeom prst="rect">
            <a:avLst/>
          </a:prstGeom>
        </p:spPr>
        <p:txBody>
          <a:bodyPr/>
          <a:lstStyle/>
          <a:p>
            <a:pPr marL="342900" indent="-342900">
              <a:buFont typeface="Arial" panose="020B0604020202020204" pitchFamily="34" charset="0"/>
              <a:buChar char="•"/>
            </a:pPr>
            <a:r>
              <a:rPr lang="en-IN" sz="2000" b="0" dirty="0"/>
              <a:t>Verify helm status of nf1stub:</a:t>
            </a:r>
          </a:p>
          <a:p>
            <a:r>
              <a:rPr lang="en-IN" sz="1800" b="0" dirty="0">
                <a:solidFill>
                  <a:srgbClr val="0070C0"/>
                </a:solidFill>
              </a:rPr>
              <a:t>       </a:t>
            </a:r>
            <a:r>
              <a:rPr lang="en-IN" sz="1600" b="0" dirty="0">
                <a:solidFill>
                  <a:srgbClr val="FF0000"/>
                </a:solidFill>
              </a:rPr>
              <a:t>helm ls | grep </a:t>
            </a:r>
            <a:r>
              <a:rPr lang="en-IN" sz="1600" b="0" dirty="0" err="1">
                <a:solidFill>
                  <a:srgbClr val="FF0000"/>
                </a:solidFill>
              </a:rPr>
              <a:t>ocstub</a:t>
            </a:r>
            <a:endParaRPr lang="en-IN" sz="1600" b="0" dirty="0">
              <a:solidFill>
                <a:srgbClr val="FF0000"/>
              </a:solidFill>
            </a:endParaRPr>
          </a:p>
          <a:p>
            <a:endParaRPr lang="en-IN" sz="1800" b="0" dirty="0">
              <a:solidFill>
                <a:srgbClr val="0070C0"/>
              </a:solidFill>
            </a:endParaRPr>
          </a:p>
          <a:p>
            <a:pPr marL="342900" indent="-342900">
              <a:buFont typeface="Arial" panose="020B0604020202020204" pitchFamily="34" charset="0"/>
              <a:buChar char="•"/>
            </a:pPr>
            <a:r>
              <a:rPr lang="en-IN" sz="2000" b="0" dirty="0"/>
              <a:t>Check the newly Installed ocstub POD status</a:t>
            </a:r>
          </a:p>
          <a:p>
            <a:r>
              <a:rPr lang="en-IN" sz="1800" b="0" dirty="0">
                <a:solidFill>
                  <a:srgbClr val="0070C0"/>
                </a:solidFill>
              </a:rPr>
              <a:t>       </a:t>
            </a:r>
            <a:r>
              <a:rPr lang="en-IN" sz="1600" b="0" dirty="0">
                <a:solidFill>
                  <a:srgbClr val="FF0000"/>
                </a:solidFill>
              </a:rPr>
              <a:t>kubectl get pods -n &lt;</a:t>
            </a:r>
            <a:r>
              <a:rPr lang="en-IN" sz="1600" b="0" dirty="0" err="1">
                <a:solidFill>
                  <a:srgbClr val="FF0000"/>
                </a:solidFill>
              </a:rPr>
              <a:t>nf</a:t>
            </a:r>
            <a:r>
              <a:rPr lang="en-IN" sz="1600" b="0" dirty="0">
                <a:solidFill>
                  <a:srgbClr val="FF0000"/>
                </a:solidFill>
              </a:rPr>
              <a:t>-namespace&gt; | grep </a:t>
            </a:r>
            <a:r>
              <a:rPr lang="en-IN" sz="1600" b="0" dirty="0" err="1">
                <a:solidFill>
                  <a:srgbClr val="FF0000"/>
                </a:solidFill>
              </a:rPr>
              <a:t>ocstub</a:t>
            </a:r>
            <a:endParaRPr lang="en-IN" sz="1600" b="0" dirty="0">
              <a:solidFill>
                <a:srgbClr val="FF0000"/>
              </a:solidFill>
            </a:endParaRPr>
          </a:p>
        </p:txBody>
      </p:sp>
      <p:pic>
        <p:nvPicPr>
          <p:cNvPr id="2" name="Picture 1"/>
          <p:cNvPicPr>
            <a:picLocks noChangeAspect="1"/>
          </p:cNvPicPr>
          <p:nvPr/>
        </p:nvPicPr>
        <p:blipFill>
          <a:blip r:embed="rId2"/>
          <a:stretch>
            <a:fillRect/>
          </a:stretch>
        </p:blipFill>
        <p:spPr>
          <a:xfrm>
            <a:off x="227012" y="2438400"/>
            <a:ext cx="11201400" cy="3810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08354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0812" y="274320"/>
            <a:ext cx="11125200" cy="685800"/>
          </a:xfrm>
          <a:prstGeom prst="rect">
            <a:avLst/>
          </a:prstGeom>
        </p:spPr>
        <p:txBody>
          <a:bodyPr/>
          <a:lstStyle/>
          <a:p>
            <a:r>
              <a:rPr lang="en-US" sz="4400" b="1" dirty="0">
                <a:solidFill>
                  <a:schemeClr val="tx2"/>
                </a:solidFill>
              </a:rPr>
              <a:t>Installation of ocdns-bind</a:t>
            </a:r>
            <a:endParaRPr lang="en-IN" sz="4400" b="1" dirty="0">
              <a:solidFill>
                <a:schemeClr val="tx2"/>
              </a:solidFill>
            </a:endParaRPr>
          </a:p>
        </p:txBody>
      </p:sp>
      <p:sp>
        <p:nvSpPr>
          <p:cNvPr id="3" name="Text Placeholder 2"/>
          <p:cNvSpPr>
            <a:spLocks noGrp="1"/>
          </p:cNvSpPr>
          <p:nvPr>
            <p:ph type="body" idx="4294967295"/>
          </p:nvPr>
        </p:nvSpPr>
        <p:spPr>
          <a:xfrm>
            <a:off x="303212" y="960120"/>
            <a:ext cx="11125200" cy="5334000"/>
          </a:xfrm>
          <a:prstGeom prst="rect">
            <a:avLst/>
          </a:prstGeom>
        </p:spPr>
        <p:txBody>
          <a:bodyPr/>
          <a:lstStyle/>
          <a:p>
            <a:r>
              <a:rPr lang="en-IN" sz="1400" b="0" dirty="0"/>
              <a:t>Bellow steps need to follow to install ocdns-bind</a:t>
            </a:r>
          </a:p>
          <a:p>
            <a:pPr marL="342900" indent="-342900">
              <a:buFont typeface="Arial" panose="020B0604020202020204" pitchFamily="34" charset="0"/>
              <a:buChar char="•"/>
            </a:pPr>
            <a:r>
              <a:rPr lang="en-IN" sz="1400" b="0" dirty="0"/>
              <a:t>Untar </a:t>
            </a:r>
            <a:r>
              <a:rPr lang="en-IN" sz="1400" b="0" dirty="0" err="1"/>
              <a:t>ocdns</a:t>
            </a:r>
            <a:r>
              <a:rPr lang="en-IN" sz="1400" b="0" dirty="0"/>
              <a:t> package</a:t>
            </a:r>
          </a:p>
          <a:p>
            <a:r>
              <a:rPr lang="en-IN" sz="1400" b="0" dirty="0">
                <a:solidFill>
                  <a:srgbClr val="0070C0"/>
                </a:solidFill>
              </a:rPr>
              <a:t>       </a:t>
            </a:r>
            <a:r>
              <a:rPr lang="en-IN" sz="1400" b="0" dirty="0">
                <a:solidFill>
                  <a:srgbClr val="FF0000"/>
                </a:solidFill>
              </a:rPr>
              <a:t>tar -</a:t>
            </a:r>
            <a:r>
              <a:rPr lang="en-IN" sz="1400" b="0" dirty="0" err="1">
                <a:solidFill>
                  <a:srgbClr val="FF0000"/>
                </a:solidFill>
              </a:rPr>
              <a:t>zxvf</a:t>
            </a:r>
            <a:r>
              <a:rPr lang="en-IN" sz="1400" b="0" dirty="0">
                <a:solidFill>
                  <a:srgbClr val="FF0000"/>
                </a:solidFill>
              </a:rPr>
              <a:t> ocdns-pkg-1.1.2.0.0.tgz </a:t>
            </a:r>
          </a:p>
          <a:p>
            <a:endParaRPr lang="en-IN" sz="1400" b="0" dirty="0">
              <a:solidFill>
                <a:srgbClr val="0070C0"/>
              </a:solidFill>
            </a:endParaRPr>
          </a:p>
          <a:p>
            <a:pPr marL="342900" indent="-342900">
              <a:buFont typeface="Arial" panose="020B0604020202020204" pitchFamily="34" charset="0"/>
              <a:buChar char="•"/>
            </a:pPr>
            <a:r>
              <a:rPr lang="en-IN" sz="1400" b="0" dirty="0"/>
              <a:t>Load the ocdns-bind Image into docker:</a:t>
            </a:r>
          </a:p>
          <a:p>
            <a:r>
              <a:rPr lang="en-IN" sz="1400" b="0" dirty="0">
                <a:solidFill>
                  <a:srgbClr val="0070C0"/>
                </a:solidFill>
              </a:rPr>
              <a:t>       </a:t>
            </a:r>
            <a:r>
              <a:rPr lang="en-IN" sz="1400" b="0" dirty="0">
                <a:solidFill>
                  <a:srgbClr val="FF0000"/>
                </a:solidFill>
              </a:rPr>
              <a:t>docker load --input ocdns-bind-image-1.1.2.tar</a:t>
            </a:r>
          </a:p>
          <a:p>
            <a:r>
              <a:rPr lang="en-IN" sz="1400" b="0" dirty="0">
                <a:solidFill>
                  <a:srgbClr val="0070C0"/>
                </a:solidFill>
              </a:rPr>
              <a:t> </a:t>
            </a:r>
          </a:p>
          <a:p>
            <a:pPr marL="342900" indent="-342900">
              <a:buFont typeface="Arial" panose="020B0604020202020204" pitchFamily="34" charset="0"/>
              <a:buChar char="•"/>
            </a:pPr>
            <a:r>
              <a:rPr lang="en-IN" sz="1400" b="0" dirty="0"/>
              <a:t>Tag ocdns image to registry name:</a:t>
            </a:r>
          </a:p>
          <a:p>
            <a:r>
              <a:rPr lang="en-IN" sz="1400" b="0" dirty="0">
                <a:solidFill>
                  <a:srgbClr val="0070C0"/>
                </a:solidFill>
              </a:rPr>
              <a:t>       </a:t>
            </a:r>
            <a:r>
              <a:rPr lang="en-IN" sz="1400" b="0" dirty="0">
                <a:solidFill>
                  <a:srgbClr val="FF0000"/>
                </a:solidFill>
              </a:rPr>
              <a:t>docker tag ocdns-bind:1.1.2  &lt;REPO-NAME&gt;:&lt;Port#&gt;/&lt;path&gt;/ocdns-bind:1.1.2</a:t>
            </a:r>
          </a:p>
          <a:p>
            <a:endParaRPr lang="en-IN" sz="1400" b="0" dirty="0">
              <a:solidFill>
                <a:srgbClr val="0070C0"/>
              </a:solidFill>
            </a:endParaRPr>
          </a:p>
          <a:p>
            <a:pPr marL="342900" indent="-342900">
              <a:buFont typeface="Arial" panose="020B0604020202020204" pitchFamily="34" charset="0"/>
              <a:buChar char="•"/>
            </a:pPr>
            <a:r>
              <a:rPr lang="en-IN" sz="1400" b="0" dirty="0"/>
              <a:t>Push ocdns image to registry:</a:t>
            </a:r>
          </a:p>
          <a:p>
            <a:r>
              <a:rPr lang="en-IN" sz="1400" b="0" dirty="0">
                <a:solidFill>
                  <a:srgbClr val="0070C0"/>
                </a:solidFill>
              </a:rPr>
              <a:t>       </a:t>
            </a:r>
            <a:r>
              <a:rPr lang="en-IN" sz="1400" b="0" dirty="0">
                <a:solidFill>
                  <a:srgbClr val="FF0000"/>
                </a:solidFill>
              </a:rPr>
              <a:t>docker push &lt;REPO-NAME&gt;:&lt;Port#&gt;/&lt;path&gt;/ocdns-bind:1.1.2</a:t>
            </a:r>
          </a:p>
          <a:p>
            <a:endParaRPr lang="en-IN" sz="1400" b="0" dirty="0">
              <a:solidFill>
                <a:srgbClr val="0070C0"/>
              </a:solidFill>
            </a:endParaRPr>
          </a:p>
          <a:p>
            <a:pPr marL="285750" indent="-285750">
              <a:buFont typeface="Arial" panose="020B0604020202020204" pitchFamily="34" charset="0"/>
              <a:buChar char="•"/>
            </a:pPr>
            <a:r>
              <a:rPr lang="en-US" sz="1400" b="0" dirty="0"/>
              <a:t> Modify values-yaml-file </a:t>
            </a:r>
          </a:p>
          <a:p>
            <a:r>
              <a:rPr lang="en-US" sz="1400" b="0" dirty="0"/>
              <a:t>       Modify </a:t>
            </a:r>
            <a:r>
              <a:rPr lang="en-US" sz="1400" b="0" dirty="0" err="1"/>
              <a:t>ocdns-custom.yaml</a:t>
            </a:r>
            <a:r>
              <a:rPr lang="en-US" sz="1400" b="0" dirty="0"/>
              <a:t> as repository:&lt;local-repo-name&gt;</a:t>
            </a:r>
          </a:p>
          <a:p>
            <a:endParaRPr lang="en-US" sz="1400" b="0" dirty="0"/>
          </a:p>
          <a:p>
            <a:pPr marL="285750" indent="-285750">
              <a:buFont typeface="Arial" panose="020B0604020202020204" pitchFamily="34" charset="0"/>
              <a:buChar char="•"/>
            </a:pPr>
            <a:r>
              <a:rPr lang="en-IN" sz="1400" b="0" dirty="0"/>
              <a:t> Install the ocdns Image using helm</a:t>
            </a:r>
          </a:p>
          <a:p>
            <a:r>
              <a:rPr lang="en-IN" sz="1400" b="0" dirty="0">
                <a:solidFill>
                  <a:srgbClr val="0070C0"/>
                </a:solidFill>
              </a:rPr>
              <a:t>      </a:t>
            </a:r>
            <a:r>
              <a:rPr lang="en-IN" sz="1400" b="0" dirty="0">
                <a:solidFill>
                  <a:srgbClr val="FF0000"/>
                </a:solidFill>
              </a:rPr>
              <a:t>helm install -f ocdns-bind/&lt;Values.yaml file&gt; ocdns &lt;bind-</a:t>
            </a:r>
            <a:r>
              <a:rPr lang="en-IN" sz="1400" b="0" dirty="0" err="1">
                <a:solidFill>
                  <a:srgbClr val="FF0000"/>
                </a:solidFill>
              </a:rPr>
              <a:t>tgz</a:t>
            </a:r>
            <a:r>
              <a:rPr lang="en-IN" sz="1400" b="0" dirty="0">
                <a:solidFill>
                  <a:srgbClr val="FF0000"/>
                </a:solidFill>
              </a:rPr>
              <a:t>-file&gt;</a:t>
            </a:r>
          </a:p>
          <a:p>
            <a:endParaRPr lang="en-IN" sz="1400" b="0" dirty="0">
              <a:solidFill>
                <a:srgbClr val="0070C0"/>
              </a:solidFill>
            </a:endParaRPr>
          </a:p>
          <a:p>
            <a:pPr marL="285750" indent="-285750">
              <a:buFont typeface="Arial" panose="020B0604020202020204" pitchFamily="34" charset="0"/>
              <a:buChar char="•"/>
            </a:pPr>
            <a:r>
              <a:rPr lang="en-US" sz="1400" b="0" dirty="0"/>
              <a:t>Verify helm status of ocdns:</a:t>
            </a:r>
          </a:p>
          <a:p>
            <a:r>
              <a:rPr lang="en-US" sz="1400" b="0" dirty="0">
                <a:solidFill>
                  <a:srgbClr val="0070C0"/>
                </a:solidFill>
              </a:rPr>
              <a:t>      </a:t>
            </a:r>
            <a:r>
              <a:rPr lang="en-US" sz="1400" b="0" dirty="0">
                <a:solidFill>
                  <a:srgbClr val="FF0000"/>
                </a:solidFill>
              </a:rPr>
              <a:t>helm ls | grep ocdns</a:t>
            </a:r>
            <a:endParaRPr lang="en-IN" sz="1400" b="0" dirty="0">
              <a:solidFill>
                <a:srgbClr val="FF0000"/>
              </a:solidFill>
            </a:endParaRPr>
          </a:p>
        </p:txBody>
      </p:sp>
    </p:spTree>
    <p:extLst>
      <p:ext uri="{BB962C8B-B14F-4D97-AF65-F5344CB8AC3E}">
        <p14:creationId xmlns:p14="http://schemas.microsoft.com/office/powerpoint/2010/main" val="421532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3212" y="409577"/>
            <a:ext cx="11125200" cy="685800"/>
          </a:xfrm>
          <a:prstGeom prst="rect">
            <a:avLst/>
          </a:prstGeom>
        </p:spPr>
        <p:txBody>
          <a:bodyPr/>
          <a:lstStyle/>
          <a:p>
            <a:r>
              <a:rPr lang="en-US" sz="4400" b="1" dirty="0">
                <a:solidFill>
                  <a:schemeClr val="tx2"/>
                </a:solidFill>
              </a:rPr>
              <a:t>Installation of ocamf</a:t>
            </a:r>
            <a:endParaRPr lang="en-IN" sz="4400" b="1" dirty="0">
              <a:solidFill>
                <a:schemeClr val="tx2"/>
              </a:solidFill>
            </a:endParaRPr>
          </a:p>
        </p:txBody>
      </p:sp>
      <p:sp>
        <p:nvSpPr>
          <p:cNvPr id="3" name="Text Placeholder 2"/>
          <p:cNvSpPr>
            <a:spLocks noGrp="1"/>
          </p:cNvSpPr>
          <p:nvPr>
            <p:ph type="body" idx="4294967295"/>
          </p:nvPr>
        </p:nvSpPr>
        <p:spPr>
          <a:xfrm>
            <a:off x="608012" y="1219200"/>
            <a:ext cx="11477625" cy="5334000"/>
          </a:xfrm>
          <a:prstGeom prst="rect">
            <a:avLst/>
          </a:prstGeom>
        </p:spPr>
        <p:txBody>
          <a:bodyPr/>
          <a:lstStyle/>
          <a:p>
            <a:r>
              <a:rPr lang="en-US" sz="1400" b="0" dirty="0"/>
              <a:t>Bellow steps need to follow to install ocamf</a:t>
            </a:r>
          </a:p>
          <a:p>
            <a:pPr marL="342900" indent="-342900">
              <a:buFont typeface="Arial" panose="020B0604020202020204" pitchFamily="34" charset="0"/>
              <a:buChar char="•"/>
            </a:pPr>
            <a:r>
              <a:rPr lang="en-IN" sz="1400" b="0" dirty="0"/>
              <a:t>Untar </a:t>
            </a:r>
            <a:r>
              <a:rPr lang="en-US" sz="1400" b="0" dirty="0"/>
              <a:t>ocamf</a:t>
            </a:r>
            <a:r>
              <a:rPr lang="en-IN" sz="1400" b="0" dirty="0"/>
              <a:t> </a:t>
            </a:r>
            <a:r>
              <a:rPr lang="en-IN" sz="1400" b="0" dirty="0" err="1"/>
              <a:t>pkg</a:t>
            </a:r>
            <a:endParaRPr lang="en-IN" sz="1400" b="0" dirty="0"/>
          </a:p>
          <a:p>
            <a:r>
              <a:rPr lang="en-IN" sz="1400" b="0" dirty="0">
                <a:solidFill>
                  <a:srgbClr val="0070C0"/>
                </a:solidFill>
              </a:rPr>
              <a:t>      </a:t>
            </a:r>
            <a:r>
              <a:rPr lang="en-IN" sz="1400" b="0" dirty="0">
                <a:solidFill>
                  <a:srgbClr val="FF0000"/>
                </a:solidFill>
              </a:rPr>
              <a:t>tar -</a:t>
            </a:r>
            <a:r>
              <a:rPr lang="en-IN" sz="1400" b="0" dirty="0" err="1">
                <a:solidFill>
                  <a:srgbClr val="FF0000"/>
                </a:solidFill>
              </a:rPr>
              <a:t>zxvf</a:t>
            </a:r>
            <a:r>
              <a:rPr lang="en-IN" sz="1400" b="0" dirty="0">
                <a:solidFill>
                  <a:srgbClr val="FF0000"/>
                </a:solidFill>
              </a:rPr>
              <a:t> ocamf-pkg-1.1.0.0.0.tgz </a:t>
            </a:r>
          </a:p>
          <a:p>
            <a:endParaRPr lang="en-IN" sz="1400" b="0" dirty="0">
              <a:solidFill>
                <a:srgbClr val="FF0000"/>
              </a:solidFill>
            </a:endParaRPr>
          </a:p>
          <a:p>
            <a:pPr marL="342900" indent="-342900">
              <a:buFont typeface="Arial" panose="020B0604020202020204" pitchFamily="34" charset="0"/>
              <a:buChar char="•"/>
            </a:pPr>
            <a:r>
              <a:rPr lang="en-IN" sz="1400" b="0" dirty="0"/>
              <a:t>Load the ocamf-stub Image into docker:</a:t>
            </a:r>
          </a:p>
          <a:p>
            <a:r>
              <a:rPr lang="en-IN" sz="1400" b="0" dirty="0">
                <a:solidFill>
                  <a:srgbClr val="0070C0"/>
                </a:solidFill>
              </a:rPr>
              <a:t>      </a:t>
            </a:r>
            <a:r>
              <a:rPr lang="en-IN" sz="1400" b="0" dirty="0">
                <a:solidFill>
                  <a:srgbClr val="FF0000"/>
                </a:solidFill>
              </a:rPr>
              <a:t>docker load --input ocamf-stub-image-1.1.0.tar </a:t>
            </a:r>
          </a:p>
          <a:p>
            <a:endParaRPr lang="en-IN" sz="1400" b="0" dirty="0">
              <a:solidFill>
                <a:srgbClr val="FF0000"/>
              </a:solidFill>
            </a:endParaRPr>
          </a:p>
          <a:p>
            <a:pPr marL="342900" indent="-342900">
              <a:buFont typeface="Arial" panose="020B0604020202020204" pitchFamily="34" charset="0"/>
              <a:buChar char="•"/>
            </a:pPr>
            <a:r>
              <a:rPr lang="en-US" sz="1400" b="0" dirty="0"/>
              <a:t>Tag ocamf image to registry name: </a:t>
            </a:r>
          </a:p>
          <a:p>
            <a:r>
              <a:rPr lang="en-IN" sz="1400" b="0" dirty="0">
                <a:solidFill>
                  <a:srgbClr val="0070C0"/>
                </a:solidFill>
              </a:rPr>
              <a:t>      </a:t>
            </a:r>
            <a:r>
              <a:rPr lang="en-IN" sz="1400" b="0" dirty="0">
                <a:solidFill>
                  <a:srgbClr val="FF0000"/>
                </a:solidFill>
              </a:rPr>
              <a:t>docker tag ocamf-stub:1.1.0  &lt;REPO-NAME&gt;:&lt;Port#&gt;/&lt;path&gt;/ ocamf-stub:1.1.0 </a:t>
            </a:r>
          </a:p>
          <a:p>
            <a:endParaRPr lang="en-IN" sz="1400" b="0" dirty="0">
              <a:solidFill>
                <a:srgbClr val="FF0000"/>
              </a:solidFill>
            </a:endParaRPr>
          </a:p>
          <a:p>
            <a:pPr marL="342900" indent="-342900">
              <a:buFont typeface="Arial" panose="020B0604020202020204" pitchFamily="34" charset="0"/>
              <a:buChar char="•"/>
            </a:pPr>
            <a:r>
              <a:rPr lang="en-IN" sz="1400" b="0" dirty="0"/>
              <a:t>Push ocdns image to registry:</a:t>
            </a:r>
          </a:p>
          <a:p>
            <a:r>
              <a:rPr lang="en-IN" sz="1400" b="0" dirty="0">
                <a:solidFill>
                  <a:srgbClr val="0070C0"/>
                </a:solidFill>
              </a:rPr>
              <a:t>      </a:t>
            </a:r>
            <a:r>
              <a:rPr lang="en-IN" sz="1400" b="0" dirty="0">
                <a:solidFill>
                  <a:srgbClr val="FF0000"/>
                </a:solidFill>
              </a:rPr>
              <a:t>docker push &lt;REPO-NAME&gt;:&lt;Port#&gt;/&lt;path&gt;/ ocamf-stub:1.1.0 </a:t>
            </a:r>
          </a:p>
          <a:p>
            <a:endParaRPr lang="en-IN" sz="1400" b="0" dirty="0">
              <a:solidFill>
                <a:srgbClr val="FF0000"/>
              </a:solidFill>
            </a:endParaRPr>
          </a:p>
          <a:p>
            <a:pPr marL="342900" indent="-342900">
              <a:buFont typeface="Arial" panose="020B0604020202020204" pitchFamily="34" charset="0"/>
              <a:buChar char="•"/>
            </a:pPr>
            <a:r>
              <a:rPr lang="en-US" sz="1400" b="0" dirty="0"/>
              <a:t>Modify values-yaml-file </a:t>
            </a:r>
          </a:p>
          <a:p>
            <a:r>
              <a:rPr lang="en-US" sz="1400" b="0" dirty="0"/>
              <a:t>      Modify </a:t>
            </a:r>
            <a:r>
              <a:rPr lang="en-US" sz="1400" b="0" dirty="0" err="1"/>
              <a:t>ocamf-custom.yaml</a:t>
            </a:r>
            <a:r>
              <a:rPr lang="en-US" sz="1400" b="0" dirty="0"/>
              <a:t> as repository:&lt;local-repo-name&gt;</a:t>
            </a:r>
          </a:p>
          <a:p>
            <a:endParaRPr lang="en-US" sz="1400" b="0" dirty="0"/>
          </a:p>
          <a:p>
            <a:pPr marL="342900" indent="-342900">
              <a:buFont typeface="Arial" panose="020B0604020202020204" pitchFamily="34" charset="0"/>
              <a:buChar char="•"/>
            </a:pPr>
            <a:r>
              <a:rPr lang="en-IN" sz="1400" b="0" dirty="0"/>
              <a:t>Install the ocamf Image using helm</a:t>
            </a:r>
          </a:p>
          <a:p>
            <a:r>
              <a:rPr lang="en-US" sz="1400" b="0" dirty="0">
                <a:solidFill>
                  <a:srgbClr val="FF0000"/>
                </a:solidFill>
              </a:rPr>
              <a:t>       helm install -f ocamf-stub/&lt;</a:t>
            </a:r>
            <a:r>
              <a:rPr lang="en-US" sz="1400" b="0" dirty="0" err="1">
                <a:solidFill>
                  <a:srgbClr val="FF0000"/>
                </a:solidFill>
              </a:rPr>
              <a:t>amf</a:t>
            </a:r>
            <a:r>
              <a:rPr lang="en-US" sz="1400" b="0" dirty="0">
                <a:solidFill>
                  <a:srgbClr val="FF0000"/>
                </a:solidFill>
              </a:rPr>
              <a:t>-stub-values.yaml file&gt; ocamf &lt;</a:t>
            </a:r>
            <a:r>
              <a:rPr lang="en-US" sz="1400" b="0" dirty="0" err="1">
                <a:solidFill>
                  <a:srgbClr val="FF0000"/>
                </a:solidFill>
              </a:rPr>
              <a:t>amf</a:t>
            </a:r>
            <a:r>
              <a:rPr lang="en-US" sz="1400" b="0" dirty="0">
                <a:solidFill>
                  <a:srgbClr val="FF0000"/>
                </a:solidFill>
              </a:rPr>
              <a:t>-stub-</a:t>
            </a:r>
            <a:r>
              <a:rPr lang="en-US" sz="1400" b="0" dirty="0" err="1">
                <a:solidFill>
                  <a:srgbClr val="FF0000"/>
                </a:solidFill>
              </a:rPr>
              <a:t>tgz</a:t>
            </a:r>
            <a:r>
              <a:rPr lang="en-US" sz="1400" b="0" dirty="0">
                <a:solidFill>
                  <a:srgbClr val="FF0000"/>
                </a:solidFill>
              </a:rPr>
              <a:t>-file&gt; --set service.name=ocamf2 </a:t>
            </a:r>
          </a:p>
        </p:txBody>
      </p:sp>
    </p:spTree>
    <p:extLst>
      <p:ext uri="{BB962C8B-B14F-4D97-AF65-F5344CB8AC3E}">
        <p14:creationId xmlns:p14="http://schemas.microsoft.com/office/powerpoint/2010/main" val="2471250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227012" y="685800"/>
            <a:ext cx="11125200" cy="5867400"/>
          </a:xfrm>
          <a:prstGeom prst="rect">
            <a:avLst/>
          </a:prstGeom>
        </p:spPr>
        <p:txBody>
          <a:bodyPr/>
          <a:lstStyle/>
          <a:p>
            <a:pPr marL="342900" indent="-342900">
              <a:buFont typeface="Arial" panose="020B0604020202020204" pitchFamily="34" charset="0"/>
              <a:buChar char="•"/>
            </a:pPr>
            <a:r>
              <a:rPr lang="en-IN" sz="2000" b="0" dirty="0"/>
              <a:t>Verify helm status of ocamf :</a:t>
            </a:r>
          </a:p>
          <a:p>
            <a:r>
              <a:rPr lang="en-IN" sz="2000" b="0" dirty="0">
                <a:solidFill>
                  <a:srgbClr val="0070C0"/>
                </a:solidFill>
              </a:rPr>
              <a:t>       </a:t>
            </a:r>
            <a:r>
              <a:rPr lang="en-IN" sz="1600" b="0" dirty="0">
                <a:solidFill>
                  <a:srgbClr val="FF0000"/>
                </a:solidFill>
              </a:rPr>
              <a:t>helm ls | grep ocamf</a:t>
            </a:r>
          </a:p>
          <a:p>
            <a:endParaRPr lang="en-IN" sz="2000" b="0" dirty="0">
              <a:solidFill>
                <a:srgbClr val="0070C0"/>
              </a:solidFill>
            </a:endParaRPr>
          </a:p>
          <a:p>
            <a:pPr marL="342900" indent="-342900">
              <a:buFont typeface="Arial" panose="020B0604020202020204" pitchFamily="34" charset="0"/>
              <a:buChar char="•"/>
            </a:pPr>
            <a:r>
              <a:rPr lang="en-IN" sz="2000" b="0" dirty="0"/>
              <a:t>Check the newly Installed ocamf POD status</a:t>
            </a:r>
          </a:p>
          <a:p>
            <a:r>
              <a:rPr lang="en-IN" sz="2000" b="0" dirty="0">
                <a:solidFill>
                  <a:srgbClr val="0070C0"/>
                </a:solidFill>
              </a:rPr>
              <a:t>       </a:t>
            </a:r>
            <a:r>
              <a:rPr lang="en-IN" sz="1600" b="0" dirty="0">
                <a:solidFill>
                  <a:srgbClr val="FF0000"/>
                </a:solidFill>
              </a:rPr>
              <a:t>kubectl get pods -n &lt;</a:t>
            </a:r>
            <a:r>
              <a:rPr lang="en-IN" sz="1600" b="0" dirty="0" err="1">
                <a:solidFill>
                  <a:srgbClr val="FF0000"/>
                </a:solidFill>
              </a:rPr>
              <a:t>nf</a:t>
            </a:r>
            <a:r>
              <a:rPr lang="en-IN" sz="1600" b="0" dirty="0">
                <a:solidFill>
                  <a:srgbClr val="FF0000"/>
                </a:solidFill>
              </a:rPr>
              <a:t>-namespace&gt; | grep ocamf</a:t>
            </a:r>
          </a:p>
          <a:p>
            <a:endParaRPr lang="en-IN" sz="2000" b="0" dirty="0"/>
          </a:p>
          <a:p>
            <a:endParaRPr lang="en-IN" sz="2000" b="0" dirty="0"/>
          </a:p>
        </p:txBody>
      </p:sp>
    </p:spTree>
    <p:extLst>
      <p:ext uri="{BB962C8B-B14F-4D97-AF65-F5344CB8AC3E}">
        <p14:creationId xmlns:p14="http://schemas.microsoft.com/office/powerpoint/2010/main" val="386801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227012" y="1905000"/>
            <a:ext cx="7924800" cy="2362200"/>
          </a:xfrm>
          <a:prstGeom prst="rect">
            <a:avLst/>
          </a:prstGeom>
        </p:spPr>
        <p:txBody>
          <a:bodyPr/>
          <a:lstStyle/>
          <a:p>
            <a:br>
              <a:rPr lang="en-US" sz="4400" b="1" dirty="0">
                <a:solidFill>
                  <a:schemeClr val="tx2"/>
                </a:solidFill>
              </a:rPr>
            </a:br>
            <a:r>
              <a:rPr lang="en-US" sz="4400" b="1" dirty="0">
                <a:solidFill>
                  <a:schemeClr val="tx2"/>
                </a:solidFill>
              </a:rPr>
              <a:t>How ATS functions?</a:t>
            </a:r>
          </a:p>
        </p:txBody>
      </p:sp>
    </p:spTree>
    <p:extLst>
      <p:ext uri="{BB962C8B-B14F-4D97-AF65-F5344CB8AC3E}">
        <p14:creationId xmlns:p14="http://schemas.microsoft.com/office/powerpoint/2010/main" val="3252091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9748" y="424123"/>
            <a:ext cx="11811000" cy="649479"/>
          </a:xfrm>
          <a:prstGeom prst="rect">
            <a:avLst/>
          </a:prstGeom>
        </p:spPr>
        <p:txBody>
          <a:bodyPr/>
          <a:lstStyle/>
          <a:p>
            <a:r>
              <a:rPr lang="en-US" sz="4000" b="1" dirty="0">
                <a:solidFill>
                  <a:schemeClr val="accent3">
                    <a:lumMod val="75000"/>
                  </a:schemeClr>
                </a:solidFill>
              </a:rPr>
              <a:t> </a:t>
            </a:r>
            <a:r>
              <a:rPr lang="en-US" sz="3200" b="1" dirty="0">
                <a:solidFill>
                  <a:schemeClr val="tx2"/>
                </a:solidFill>
              </a:rPr>
              <a:t>Oracle Communications Automated Test Suite – OC ATS</a:t>
            </a:r>
            <a:endParaRPr lang="en-IN" sz="4000" b="1" dirty="0">
              <a:solidFill>
                <a:schemeClr val="accent3">
                  <a:lumMod val="75000"/>
                </a:schemeClr>
              </a:solidFill>
            </a:endParaRPr>
          </a:p>
        </p:txBody>
      </p:sp>
      <p:grpSp>
        <p:nvGrpSpPr>
          <p:cNvPr id="62" name="Group 61"/>
          <p:cNvGrpSpPr/>
          <p:nvPr/>
        </p:nvGrpSpPr>
        <p:grpSpPr>
          <a:xfrm>
            <a:off x="1382751" y="2086942"/>
            <a:ext cx="9590282" cy="1134831"/>
            <a:chOff x="1193482" y="2361852"/>
            <a:chExt cx="9590282" cy="1134831"/>
          </a:xfrm>
        </p:grpSpPr>
        <p:grpSp>
          <p:nvGrpSpPr>
            <p:cNvPr id="63" name="Group 62"/>
            <p:cNvGrpSpPr/>
            <p:nvPr/>
          </p:nvGrpSpPr>
          <p:grpSpPr>
            <a:xfrm>
              <a:off x="1193482" y="2361852"/>
              <a:ext cx="5729511" cy="1127760"/>
              <a:chOff x="3123610" y="2155745"/>
              <a:chExt cx="5729511" cy="1127760"/>
            </a:xfrm>
          </p:grpSpPr>
          <p:sp>
            <p:nvSpPr>
              <p:cNvPr id="72" name="Right Arrow 71"/>
              <p:cNvSpPr/>
              <p:nvPr/>
            </p:nvSpPr>
            <p:spPr>
              <a:xfrm>
                <a:off x="4808844" y="2567659"/>
                <a:ext cx="247029" cy="203200"/>
              </a:xfrm>
              <a:prstGeom prst="rightArrow">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ight Arrow 72"/>
              <p:cNvSpPr/>
              <p:nvPr/>
            </p:nvSpPr>
            <p:spPr>
              <a:xfrm>
                <a:off x="7068172" y="2582053"/>
                <a:ext cx="247029" cy="203200"/>
              </a:xfrm>
              <a:prstGeom prst="rightArrow">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3123610" y="2155745"/>
                <a:ext cx="1127760" cy="112776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5401420" y="2155745"/>
                <a:ext cx="1127760" cy="112776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7725361" y="2155745"/>
                <a:ext cx="1127760" cy="112776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364741" y="2534959"/>
                <a:ext cx="645498" cy="338554"/>
              </a:xfrm>
              <a:prstGeom prst="rect">
                <a:avLst/>
              </a:prstGeom>
            </p:spPr>
            <p:txBody>
              <a:bodyPr wrap="none">
                <a:spAutoFit/>
              </a:bodyPr>
              <a:lstStyle/>
              <a:p>
                <a:r>
                  <a:rPr lang="en-US" sz="1600" b="1" dirty="0">
                    <a:sym typeface="Wingdings" panose="05000000000000000000" pitchFamily="2" charset="2"/>
                  </a:rPr>
                  <a:t>Test </a:t>
                </a:r>
                <a:endParaRPr lang="en-US" sz="1600" dirty="0"/>
              </a:p>
            </p:txBody>
          </p:sp>
          <p:sp>
            <p:nvSpPr>
              <p:cNvPr id="78" name="Rectangle 77"/>
              <p:cNvSpPr/>
              <p:nvPr/>
            </p:nvSpPr>
            <p:spPr>
              <a:xfrm>
                <a:off x="5518665" y="2534959"/>
                <a:ext cx="1036374" cy="338554"/>
              </a:xfrm>
              <a:prstGeom prst="rect">
                <a:avLst/>
              </a:prstGeom>
            </p:spPr>
            <p:txBody>
              <a:bodyPr wrap="none">
                <a:spAutoFit/>
              </a:bodyPr>
              <a:lstStyle/>
              <a:p>
                <a:r>
                  <a:rPr lang="en-US" sz="1600" b="1" dirty="0">
                    <a:sym typeface="Wingdings" panose="05000000000000000000" pitchFamily="2" charset="2"/>
                  </a:rPr>
                  <a:t>Validate </a:t>
                </a:r>
                <a:endParaRPr lang="en-US" sz="1600" dirty="0"/>
              </a:p>
            </p:txBody>
          </p:sp>
          <p:sp>
            <p:nvSpPr>
              <p:cNvPr id="79" name="Rectangle 78"/>
              <p:cNvSpPr/>
              <p:nvPr/>
            </p:nvSpPr>
            <p:spPr>
              <a:xfrm>
                <a:off x="7904127" y="2514376"/>
                <a:ext cx="866199" cy="338554"/>
              </a:xfrm>
              <a:prstGeom prst="rect">
                <a:avLst/>
              </a:prstGeom>
            </p:spPr>
            <p:txBody>
              <a:bodyPr wrap="none">
                <a:spAutoFit/>
              </a:bodyPr>
              <a:lstStyle/>
              <a:p>
                <a:r>
                  <a:rPr lang="en-US" sz="1600" b="1" dirty="0">
                    <a:sym typeface="Wingdings" panose="05000000000000000000" pitchFamily="2" charset="2"/>
                  </a:rPr>
                  <a:t>Deploy</a:t>
                </a:r>
                <a:endParaRPr lang="en-US" sz="1600" dirty="0"/>
              </a:p>
            </p:txBody>
          </p:sp>
        </p:grpSp>
        <p:grpSp>
          <p:nvGrpSpPr>
            <p:cNvPr id="64" name="Group 63"/>
            <p:cNvGrpSpPr/>
            <p:nvPr/>
          </p:nvGrpSpPr>
          <p:grpSpPr>
            <a:xfrm>
              <a:off x="7274807" y="2368923"/>
              <a:ext cx="3263858" cy="1127760"/>
              <a:chOff x="7274807" y="2368923"/>
              <a:chExt cx="3263858" cy="1127760"/>
            </a:xfrm>
          </p:grpSpPr>
          <p:sp>
            <p:nvSpPr>
              <p:cNvPr id="67" name="Oval 66"/>
              <p:cNvSpPr/>
              <p:nvPr/>
            </p:nvSpPr>
            <p:spPr>
              <a:xfrm>
                <a:off x="9410905" y="2368923"/>
                <a:ext cx="1127760" cy="11277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7274807" y="2590401"/>
                <a:ext cx="2136098" cy="338554"/>
              </a:xfrm>
              <a:prstGeom prst="rect">
                <a:avLst/>
              </a:prstGeom>
            </p:spPr>
            <p:txBody>
              <a:bodyPr wrap="none">
                <a:spAutoFit/>
              </a:bodyPr>
              <a:lstStyle/>
              <a:p>
                <a:r>
                  <a:rPr lang="en-US" sz="1600" b="1" dirty="0">
                    <a:solidFill>
                      <a:schemeClr val="accent1"/>
                    </a:solidFill>
                    <a:sym typeface="Wingdings" panose="05000000000000000000" pitchFamily="2" charset="2"/>
                  </a:rPr>
                  <a:t>Without </a:t>
                </a:r>
                <a:r>
                  <a:rPr lang="en-US" sz="1600" b="1" dirty="0">
                    <a:sym typeface="Wingdings" panose="05000000000000000000" pitchFamily="2" charset="2"/>
                  </a:rPr>
                  <a:t>Oracle ATS </a:t>
                </a:r>
                <a:endParaRPr lang="en-US" sz="1600" b="1" dirty="0"/>
              </a:p>
            </p:txBody>
          </p:sp>
          <p:sp>
            <p:nvSpPr>
              <p:cNvPr id="69" name="Rectangle 68"/>
              <p:cNvSpPr/>
              <p:nvPr/>
            </p:nvSpPr>
            <p:spPr>
              <a:xfrm>
                <a:off x="7324020" y="2925624"/>
                <a:ext cx="1804276" cy="338554"/>
              </a:xfrm>
              <a:prstGeom prst="rect">
                <a:avLst/>
              </a:prstGeom>
            </p:spPr>
            <p:txBody>
              <a:bodyPr wrap="none">
                <a:spAutoFit/>
              </a:bodyPr>
              <a:lstStyle/>
              <a:p>
                <a:r>
                  <a:rPr lang="en-US" sz="1600" b="1" dirty="0">
                    <a:solidFill>
                      <a:schemeClr val="accent1"/>
                    </a:solidFill>
                    <a:sym typeface="Wingdings" panose="05000000000000000000" pitchFamily="2" charset="2"/>
                  </a:rPr>
                  <a:t>With </a:t>
                </a:r>
                <a:r>
                  <a:rPr lang="en-US" sz="1600" b="1" dirty="0">
                    <a:sym typeface="Wingdings" panose="05000000000000000000" pitchFamily="2" charset="2"/>
                  </a:rPr>
                  <a:t>Oracle ATS </a:t>
                </a:r>
                <a:endParaRPr lang="en-US" sz="1600" b="1" dirty="0"/>
              </a:p>
            </p:txBody>
          </p:sp>
          <p:sp>
            <p:nvSpPr>
              <p:cNvPr id="70" name="Rectangle 69"/>
              <p:cNvSpPr/>
              <p:nvPr/>
            </p:nvSpPr>
            <p:spPr>
              <a:xfrm>
                <a:off x="7412458" y="2900332"/>
                <a:ext cx="2233427" cy="45719"/>
              </a:xfrm>
              <a:prstGeom prst="rect">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9395693" y="2890258"/>
                <a:ext cx="1134030" cy="55793"/>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 name="TextBox 64"/>
            <p:cNvSpPr txBox="1"/>
            <p:nvPr/>
          </p:nvSpPr>
          <p:spPr>
            <a:xfrm>
              <a:off x="9513764" y="2529608"/>
              <a:ext cx="1270000" cy="307777"/>
            </a:xfrm>
            <a:prstGeom prst="rect">
              <a:avLst/>
            </a:prstGeom>
            <a:noFill/>
          </p:spPr>
          <p:txBody>
            <a:bodyPr wrap="square" rtlCol="0">
              <a:spAutoFit/>
            </a:bodyPr>
            <a:lstStyle/>
            <a:p>
              <a:r>
                <a:rPr lang="en-US" sz="1400" b="1" dirty="0">
                  <a:solidFill>
                    <a:schemeClr val="bg1"/>
                  </a:solidFill>
                </a:rPr>
                <a:t>4 Weeks</a:t>
              </a:r>
            </a:p>
          </p:txBody>
        </p:sp>
        <p:sp>
          <p:nvSpPr>
            <p:cNvPr id="66" name="TextBox 65"/>
            <p:cNvSpPr txBox="1"/>
            <p:nvPr/>
          </p:nvSpPr>
          <p:spPr>
            <a:xfrm>
              <a:off x="9497293" y="3004571"/>
              <a:ext cx="1270000" cy="307777"/>
            </a:xfrm>
            <a:prstGeom prst="rect">
              <a:avLst/>
            </a:prstGeom>
            <a:noFill/>
          </p:spPr>
          <p:txBody>
            <a:bodyPr wrap="square" rtlCol="0">
              <a:spAutoFit/>
            </a:bodyPr>
            <a:lstStyle/>
            <a:p>
              <a:r>
                <a:rPr lang="en-US" sz="1400" b="1" dirty="0">
                  <a:solidFill>
                    <a:schemeClr val="bg1"/>
                  </a:solidFill>
                </a:rPr>
                <a:t>10 Hours</a:t>
              </a:r>
            </a:p>
          </p:txBody>
        </p:sp>
      </p:grpSp>
      <p:sp>
        <p:nvSpPr>
          <p:cNvPr id="80" name="Rectangle 79"/>
          <p:cNvSpPr/>
          <p:nvPr/>
        </p:nvSpPr>
        <p:spPr>
          <a:xfrm>
            <a:off x="1276816" y="4915366"/>
            <a:ext cx="1339048" cy="83099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6143932" y="4929833"/>
            <a:ext cx="1339048" cy="83099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2904250" y="4919281"/>
            <a:ext cx="1339048" cy="83099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4526916" y="4919281"/>
            <a:ext cx="1339048" cy="83099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7773510" y="4929833"/>
            <a:ext cx="1339048" cy="830998"/>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9383614" y="4929833"/>
            <a:ext cx="1339048" cy="83099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p:cNvSpPr txBox="1"/>
          <p:nvPr/>
        </p:nvSpPr>
        <p:spPr>
          <a:xfrm>
            <a:off x="9424525" y="5015498"/>
            <a:ext cx="1298137" cy="584775"/>
          </a:xfrm>
          <a:prstGeom prst="rect">
            <a:avLst/>
          </a:prstGeom>
          <a:noFill/>
        </p:spPr>
        <p:txBody>
          <a:bodyPr wrap="square" rtlCol="0" anchor="ctr">
            <a:spAutoFit/>
          </a:bodyPr>
          <a:lstStyle/>
          <a:p>
            <a:pPr algn="ctr"/>
            <a:r>
              <a:rPr lang="en-US" sz="1600" b="1" dirty="0"/>
              <a:t>Get report via mail</a:t>
            </a:r>
          </a:p>
        </p:txBody>
      </p:sp>
      <p:sp>
        <p:nvSpPr>
          <p:cNvPr id="87" name="Rectangle 86"/>
          <p:cNvSpPr/>
          <p:nvPr/>
        </p:nvSpPr>
        <p:spPr>
          <a:xfrm>
            <a:off x="1289882" y="5038477"/>
            <a:ext cx="1328103" cy="584775"/>
          </a:xfrm>
          <a:prstGeom prst="rect">
            <a:avLst/>
          </a:prstGeom>
        </p:spPr>
        <p:txBody>
          <a:bodyPr wrap="square" anchor="ctr">
            <a:spAutoFit/>
          </a:bodyPr>
          <a:lstStyle/>
          <a:p>
            <a:pPr algn="ctr"/>
            <a:r>
              <a:rPr lang="en-US" sz="1600" b="1" dirty="0"/>
              <a:t>Run all test cases </a:t>
            </a:r>
          </a:p>
        </p:txBody>
      </p:sp>
      <p:sp>
        <p:nvSpPr>
          <p:cNvPr id="88" name="Rectangle 87"/>
          <p:cNvSpPr/>
          <p:nvPr/>
        </p:nvSpPr>
        <p:spPr>
          <a:xfrm>
            <a:off x="6165751" y="5051962"/>
            <a:ext cx="1298353" cy="584775"/>
          </a:xfrm>
          <a:prstGeom prst="rect">
            <a:avLst/>
          </a:prstGeom>
        </p:spPr>
        <p:txBody>
          <a:bodyPr wrap="square" anchor="ctr">
            <a:spAutoFit/>
          </a:bodyPr>
          <a:lstStyle/>
          <a:p>
            <a:pPr algn="ctr"/>
            <a:r>
              <a:rPr lang="en-US" sz="1600" b="1" dirty="0"/>
              <a:t>Scheduled run</a:t>
            </a:r>
          </a:p>
        </p:txBody>
      </p:sp>
      <p:sp>
        <p:nvSpPr>
          <p:cNvPr id="89" name="Rectangle 88"/>
          <p:cNvSpPr/>
          <p:nvPr/>
        </p:nvSpPr>
        <p:spPr>
          <a:xfrm>
            <a:off x="2893410" y="4946063"/>
            <a:ext cx="1329631" cy="830997"/>
          </a:xfrm>
          <a:prstGeom prst="rect">
            <a:avLst/>
          </a:prstGeom>
        </p:spPr>
        <p:txBody>
          <a:bodyPr wrap="square" anchor="ctr">
            <a:spAutoFit/>
          </a:bodyPr>
          <a:lstStyle/>
          <a:p>
            <a:pPr algn="ctr"/>
            <a:r>
              <a:rPr lang="en-US" sz="1600" b="1" dirty="0"/>
              <a:t>Run specific test case</a:t>
            </a:r>
          </a:p>
        </p:txBody>
      </p:sp>
      <p:sp>
        <p:nvSpPr>
          <p:cNvPr id="90" name="Rectangle 89"/>
          <p:cNvSpPr/>
          <p:nvPr/>
        </p:nvSpPr>
        <p:spPr>
          <a:xfrm>
            <a:off x="4533406" y="5054878"/>
            <a:ext cx="1301437" cy="584775"/>
          </a:xfrm>
          <a:prstGeom prst="rect">
            <a:avLst/>
          </a:prstGeom>
        </p:spPr>
        <p:txBody>
          <a:bodyPr wrap="square" anchor="ctr">
            <a:spAutoFit/>
          </a:bodyPr>
          <a:lstStyle/>
          <a:p>
            <a:pPr algn="ctr"/>
            <a:r>
              <a:rPr lang="en-US" sz="1600" b="1" dirty="0"/>
              <a:t>Run failed test cases</a:t>
            </a:r>
          </a:p>
        </p:txBody>
      </p:sp>
      <p:sp>
        <p:nvSpPr>
          <p:cNvPr id="91" name="Rectangle 90"/>
          <p:cNvSpPr/>
          <p:nvPr/>
        </p:nvSpPr>
        <p:spPr>
          <a:xfrm>
            <a:off x="7755734" y="4960203"/>
            <a:ext cx="1388684" cy="830997"/>
          </a:xfrm>
          <a:prstGeom prst="rect">
            <a:avLst/>
          </a:prstGeom>
        </p:spPr>
        <p:txBody>
          <a:bodyPr wrap="square" anchor="ctr">
            <a:spAutoFit/>
          </a:bodyPr>
          <a:lstStyle/>
          <a:p>
            <a:pPr algn="ctr"/>
            <a:r>
              <a:rPr lang="en-US" sz="1600" b="1" dirty="0"/>
              <a:t>Generate historical test report</a:t>
            </a:r>
          </a:p>
        </p:txBody>
      </p:sp>
      <p:sp>
        <p:nvSpPr>
          <p:cNvPr id="92" name="Rectangle 91">
            <a:extLst>
              <a:ext uri="{FF2B5EF4-FFF2-40B4-BE49-F238E27FC236}">
                <a16:creationId xmlns:a16="http://schemas.microsoft.com/office/drawing/2014/main" id="{B0A8E628-6CBB-7B45-870B-73B452D60B1D}"/>
              </a:ext>
            </a:extLst>
          </p:cNvPr>
          <p:cNvSpPr/>
          <p:nvPr/>
        </p:nvSpPr>
        <p:spPr>
          <a:xfrm>
            <a:off x="1099851" y="1677118"/>
            <a:ext cx="9469983" cy="407804"/>
          </a:xfrm>
          <a:prstGeom prst="rect">
            <a:avLst/>
          </a:prstGeom>
        </p:spPr>
        <p:txBody>
          <a:bodyPr wrap="square">
            <a:spAutoFit/>
          </a:bodyPr>
          <a:lstStyle/>
          <a:p>
            <a:r>
              <a:rPr lang="en-US" sz="2050" b="1" dirty="0"/>
              <a:t>Automation and Validation of functional features provided by 5G NFs</a:t>
            </a:r>
          </a:p>
        </p:txBody>
      </p:sp>
      <p:sp>
        <p:nvSpPr>
          <p:cNvPr id="93" name="Rectangle 92">
            <a:extLst>
              <a:ext uri="{FF2B5EF4-FFF2-40B4-BE49-F238E27FC236}">
                <a16:creationId xmlns:a16="http://schemas.microsoft.com/office/drawing/2014/main" id="{35B4D578-CB39-A046-80BB-0D80B321B173}"/>
              </a:ext>
            </a:extLst>
          </p:cNvPr>
          <p:cNvSpPr/>
          <p:nvPr/>
        </p:nvSpPr>
        <p:spPr>
          <a:xfrm>
            <a:off x="5640984" y="3640264"/>
            <a:ext cx="1910766" cy="954107"/>
          </a:xfrm>
          <a:prstGeom prst="rect">
            <a:avLst/>
          </a:prstGeom>
          <a:noFill/>
        </p:spPr>
        <p:txBody>
          <a:bodyPr wrap="square">
            <a:spAutoFit/>
          </a:bodyPr>
          <a:lstStyle/>
          <a:p>
            <a:pPr marL="111125" algn="ctr">
              <a:spcAft>
                <a:spcPts val="1200"/>
              </a:spcAft>
            </a:pPr>
            <a:r>
              <a:rPr lang="en-US" sz="1400" b="1" dirty="0">
                <a:solidFill>
                  <a:schemeClr val="tx2"/>
                </a:solidFill>
              </a:rPr>
              <a:t>Test and deploy 5G NFs in production environment faster</a:t>
            </a:r>
          </a:p>
        </p:txBody>
      </p:sp>
      <p:sp>
        <p:nvSpPr>
          <p:cNvPr id="94" name="Rectangle 93">
            <a:extLst>
              <a:ext uri="{FF2B5EF4-FFF2-40B4-BE49-F238E27FC236}">
                <a16:creationId xmlns:a16="http://schemas.microsoft.com/office/drawing/2014/main" id="{D0724B3D-C950-644E-B4A5-9F0215873E86}"/>
              </a:ext>
            </a:extLst>
          </p:cNvPr>
          <p:cNvSpPr/>
          <p:nvPr/>
        </p:nvSpPr>
        <p:spPr>
          <a:xfrm>
            <a:off x="989012" y="3545110"/>
            <a:ext cx="1915238" cy="954107"/>
          </a:xfrm>
          <a:prstGeom prst="rect">
            <a:avLst/>
          </a:prstGeom>
        </p:spPr>
        <p:txBody>
          <a:bodyPr wrap="square">
            <a:spAutoFit/>
          </a:bodyPr>
          <a:lstStyle/>
          <a:p>
            <a:pPr marL="111125" algn="ctr">
              <a:spcAft>
                <a:spcPts val="1200"/>
              </a:spcAft>
            </a:pPr>
            <a:r>
              <a:rPr lang="en-US" sz="1400" b="1" dirty="0">
                <a:solidFill>
                  <a:schemeClr val="tx2"/>
                </a:solidFill>
              </a:rPr>
              <a:t>Automated NF validation in the customer environment</a:t>
            </a:r>
          </a:p>
        </p:txBody>
      </p:sp>
      <p:sp>
        <p:nvSpPr>
          <p:cNvPr id="95" name="Rectangle 94">
            <a:extLst>
              <a:ext uri="{FF2B5EF4-FFF2-40B4-BE49-F238E27FC236}">
                <a16:creationId xmlns:a16="http://schemas.microsoft.com/office/drawing/2014/main" id="{2F98DB4C-36F8-BE44-B2FA-2146F9C226F2}"/>
              </a:ext>
            </a:extLst>
          </p:cNvPr>
          <p:cNvSpPr/>
          <p:nvPr/>
        </p:nvSpPr>
        <p:spPr>
          <a:xfrm>
            <a:off x="3266822" y="3658254"/>
            <a:ext cx="1915238" cy="954107"/>
          </a:xfrm>
          <a:prstGeom prst="rect">
            <a:avLst/>
          </a:prstGeom>
        </p:spPr>
        <p:txBody>
          <a:bodyPr wrap="square">
            <a:spAutoFit/>
          </a:bodyPr>
          <a:lstStyle/>
          <a:p>
            <a:pPr marL="111125" algn="ctr">
              <a:spcAft>
                <a:spcPts val="1200"/>
              </a:spcAft>
            </a:pPr>
            <a:r>
              <a:rPr lang="en-US" sz="1400" b="1" dirty="0">
                <a:solidFill>
                  <a:schemeClr val="tx2"/>
                </a:solidFill>
              </a:rPr>
              <a:t>Compare the actual results with the expected or predicted results</a:t>
            </a:r>
          </a:p>
        </p:txBody>
      </p:sp>
    </p:spTree>
    <p:extLst>
      <p:ext uri="{BB962C8B-B14F-4D97-AF65-F5344CB8AC3E}">
        <p14:creationId xmlns:p14="http://schemas.microsoft.com/office/powerpoint/2010/main" val="3664891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97360" y="378042"/>
            <a:ext cx="11125200" cy="762000"/>
          </a:xfrm>
          <a:prstGeom prst="rect">
            <a:avLst/>
          </a:prstGeom>
        </p:spPr>
        <p:txBody>
          <a:bodyPr/>
          <a:lstStyle/>
          <a:p>
            <a:r>
              <a:rPr lang="en-US" sz="4000" b="1" dirty="0">
                <a:solidFill>
                  <a:schemeClr val="tx2"/>
                </a:solidFill>
              </a:rPr>
              <a:t>Automated Test Suite Overview</a:t>
            </a:r>
            <a:endParaRPr lang="en-IN" sz="4000" b="1" dirty="0">
              <a:solidFill>
                <a:schemeClr val="tx2"/>
              </a:solidFill>
            </a:endParaRPr>
          </a:p>
        </p:txBody>
      </p:sp>
      <p:sp>
        <p:nvSpPr>
          <p:cNvPr id="12" name="Rectangle 11">
            <a:extLst>
              <a:ext uri="{FF2B5EF4-FFF2-40B4-BE49-F238E27FC236}">
                <a16:creationId xmlns:a16="http://schemas.microsoft.com/office/drawing/2014/main" id="{A56031B5-B901-CF4B-B552-D71E76D120CA}"/>
              </a:ext>
            </a:extLst>
          </p:cNvPr>
          <p:cNvSpPr/>
          <p:nvPr/>
        </p:nvSpPr>
        <p:spPr>
          <a:xfrm>
            <a:off x="491223" y="1371600"/>
            <a:ext cx="4895859" cy="4429418"/>
          </a:xfrm>
          <a:prstGeom prst="rect">
            <a:avLst/>
          </a:prstGeom>
        </p:spPr>
        <p:txBody>
          <a:bodyPr wrap="square">
            <a:spAutoFit/>
          </a:bodyPr>
          <a:lstStyle/>
          <a:p>
            <a:pPr marL="342900" indent="-342900">
              <a:spcAft>
                <a:spcPts val="467"/>
              </a:spcAft>
              <a:buFont typeface="Arial" panose="020B0604020202020204" pitchFamily="34" charset="0"/>
              <a:buChar char="•"/>
            </a:pPr>
            <a:r>
              <a:rPr lang="en-US" dirty="0">
                <a:latin typeface="Oracle Sans" panose="020B0503020204020204" pitchFamily="34" charset="0"/>
                <a:ea typeface="Oracle Sans" panose="020B0503020204020204" pitchFamily="34" charset="0"/>
                <a:cs typeface="Times New Roman" panose="02020603050405020304" pitchFamily="18" charset="0"/>
              </a:rPr>
              <a:t>Behavior Driven Development Framework </a:t>
            </a:r>
            <a:r>
              <a:rPr lang="en-GB" dirty="0">
                <a:latin typeface="Oracle Sans" panose="020B0503020204020204" pitchFamily="34" charset="0"/>
                <a:ea typeface="Oracle Sans" panose="020B0503020204020204" pitchFamily="34" charset="0"/>
                <a:cs typeface="Times New Roman" panose="02020603050405020304" pitchFamily="18" charset="0"/>
              </a:rPr>
              <a:t>for NF testing </a:t>
            </a:r>
            <a:endParaRPr lang="en-US" dirty="0">
              <a:latin typeface="Oracle Sans" panose="020B0503020204020204" pitchFamily="34" charset="0"/>
              <a:ea typeface="Oracle Sans" panose="020B0503020204020204" pitchFamily="34" charset="0"/>
              <a:cs typeface="Times New Roman" panose="02020603050405020304" pitchFamily="18" charset="0"/>
            </a:endParaRPr>
          </a:p>
          <a:p>
            <a:pPr marL="800100" lvl="1" indent="-342900">
              <a:spcAft>
                <a:spcPts val="467"/>
              </a:spcAft>
              <a:buFont typeface="Arial" panose="020B0604020202020204" pitchFamily="34" charset="0"/>
              <a:buChar char="•"/>
            </a:pPr>
            <a:r>
              <a:rPr lang="en-US" sz="1600" dirty="0">
                <a:latin typeface="Oracle Sans" panose="020B0503020204020204" pitchFamily="34" charset="0"/>
                <a:ea typeface="Oracle Sans" panose="020B0503020204020204" pitchFamily="34" charset="0"/>
                <a:cs typeface="Times New Roman" panose="02020603050405020304" pitchFamily="18" charset="0"/>
              </a:rPr>
              <a:t>Automating feature test cases</a:t>
            </a:r>
          </a:p>
          <a:p>
            <a:pPr marL="342900" indent="-342900">
              <a:spcAft>
                <a:spcPts val="467"/>
              </a:spcAft>
              <a:buFont typeface="Arial" panose="020B0604020202020204" pitchFamily="34" charset="0"/>
              <a:buChar char="•"/>
            </a:pPr>
            <a:r>
              <a:rPr lang="en-US" dirty="0">
                <a:latin typeface="Oracle Sans" panose="020B0503020204020204" pitchFamily="34" charset="0"/>
                <a:ea typeface="Oracle Sans" panose="020B0503020204020204" pitchFamily="34" charset="0"/>
                <a:cs typeface="Times New Roman" panose="02020603050405020304" pitchFamily="18" charset="0"/>
              </a:rPr>
              <a:t>Jenkins Framework</a:t>
            </a:r>
          </a:p>
          <a:p>
            <a:pPr marL="800100" lvl="1" indent="-342900">
              <a:spcAft>
                <a:spcPts val="467"/>
              </a:spcAft>
              <a:buFont typeface="Arial" panose="020B0604020202020204" pitchFamily="34" charset="0"/>
              <a:buChar char="•"/>
            </a:pPr>
            <a:r>
              <a:rPr lang="en-US" sz="1600" dirty="0">
                <a:latin typeface="Oracle Sans" panose="020B0503020204020204" pitchFamily="34" charset="0"/>
                <a:ea typeface="Oracle Sans" panose="020B0503020204020204" pitchFamily="34" charset="0"/>
                <a:cs typeface="Times New Roman" panose="02020603050405020304" pitchFamily="18" charset="0"/>
              </a:rPr>
              <a:t>GUI</a:t>
            </a:r>
          </a:p>
          <a:p>
            <a:pPr marL="800100" lvl="1" indent="-342900">
              <a:spcAft>
                <a:spcPts val="467"/>
              </a:spcAft>
              <a:buFont typeface="Arial" panose="020B0604020202020204" pitchFamily="34" charset="0"/>
              <a:buChar char="•"/>
            </a:pPr>
            <a:r>
              <a:rPr lang="en-US" sz="1600" dirty="0">
                <a:latin typeface="Oracle Sans" panose="020B0503020204020204" pitchFamily="34" charset="0"/>
                <a:ea typeface="Oracle Sans" panose="020B0503020204020204" pitchFamily="34" charset="0"/>
                <a:cs typeface="Times New Roman" panose="02020603050405020304" pitchFamily="18" charset="0"/>
              </a:rPr>
              <a:t>CI/CD     </a:t>
            </a:r>
          </a:p>
          <a:p>
            <a:pPr marL="800100" lvl="1" indent="-342900">
              <a:spcAft>
                <a:spcPts val="467"/>
              </a:spcAft>
              <a:buFont typeface="Arial" panose="020B0604020202020204" pitchFamily="34" charset="0"/>
              <a:buChar char="•"/>
            </a:pPr>
            <a:r>
              <a:rPr lang="en-US" sz="1600" dirty="0">
                <a:latin typeface="Oracle Sans" panose="020B0503020204020204" pitchFamily="34" charset="0"/>
                <a:ea typeface="Oracle Sans" panose="020B0503020204020204" pitchFamily="34" charset="0"/>
                <a:cs typeface="Times New Roman" panose="02020603050405020304" pitchFamily="18" charset="0"/>
              </a:rPr>
              <a:t>Plugins     </a:t>
            </a:r>
          </a:p>
          <a:p>
            <a:pPr marL="800100" lvl="1" indent="-342900">
              <a:spcAft>
                <a:spcPts val="467"/>
              </a:spcAft>
              <a:buFont typeface="Arial" panose="020B0604020202020204" pitchFamily="34" charset="0"/>
              <a:buChar char="•"/>
            </a:pPr>
            <a:r>
              <a:rPr lang="en-US" sz="1600" dirty="0">
                <a:latin typeface="Oracle Sans" panose="020B0503020204020204" pitchFamily="34" charset="0"/>
                <a:ea typeface="Oracle Sans" panose="020B0503020204020204" pitchFamily="34" charset="0"/>
                <a:cs typeface="Times New Roman" panose="02020603050405020304" pitchFamily="18" charset="0"/>
              </a:rPr>
              <a:t>Extensible      </a:t>
            </a:r>
          </a:p>
          <a:p>
            <a:pPr marL="800100" lvl="1" indent="-342900">
              <a:spcAft>
                <a:spcPts val="467"/>
              </a:spcAft>
              <a:buFont typeface="Arial" panose="020B0604020202020204" pitchFamily="34" charset="0"/>
              <a:buChar char="•"/>
            </a:pPr>
            <a:r>
              <a:rPr lang="en-US" sz="1600" dirty="0">
                <a:latin typeface="Oracle Sans" panose="020B0503020204020204" pitchFamily="34" charset="0"/>
                <a:ea typeface="Oracle Sans" panose="020B0503020204020204" pitchFamily="34" charset="0"/>
                <a:cs typeface="Times New Roman" panose="02020603050405020304" pitchFamily="18" charset="0"/>
              </a:rPr>
              <a:t>Distributed (Master-Agent)</a:t>
            </a:r>
          </a:p>
          <a:p>
            <a:pPr marL="342900" indent="-342900">
              <a:spcAft>
                <a:spcPts val="467"/>
              </a:spcAft>
              <a:buFont typeface="Arial" panose="020B0604020202020204" pitchFamily="34" charset="0"/>
              <a:buChar char="•"/>
            </a:pPr>
            <a:r>
              <a:rPr lang="en-US" dirty="0">
                <a:latin typeface="Oracle Sans" panose="020B0503020204020204" pitchFamily="34" charset="0"/>
                <a:ea typeface="Oracle Sans" panose="020B0503020204020204" pitchFamily="34" charset="0"/>
                <a:cs typeface="Times New Roman" panose="02020603050405020304" pitchFamily="18" charset="0"/>
              </a:rPr>
              <a:t>Cloud-Native Delivery Model</a:t>
            </a:r>
          </a:p>
          <a:p>
            <a:pPr marL="800100" lvl="1" indent="-342900">
              <a:spcAft>
                <a:spcPts val="467"/>
              </a:spcAft>
              <a:buFont typeface="Arial" panose="020B0604020202020204" pitchFamily="34" charset="0"/>
              <a:buChar char="•"/>
            </a:pPr>
            <a:r>
              <a:rPr lang="en-US" sz="1600" dirty="0">
                <a:latin typeface="Oracle Sans" panose="020B0503020204020204" pitchFamily="34" charset="0"/>
                <a:ea typeface="Oracle Sans" panose="020B0503020204020204" pitchFamily="34" charset="0"/>
                <a:cs typeface="Times New Roman" panose="02020603050405020304" pitchFamily="18" charset="0"/>
              </a:rPr>
              <a:t>NF under test, Simulator containers with complete framework and libraries</a:t>
            </a:r>
          </a:p>
          <a:p>
            <a:pPr marL="342900" indent="-342900">
              <a:spcAft>
                <a:spcPts val="467"/>
              </a:spcAft>
              <a:buFont typeface="Arial" panose="020B0604020202020204" pitchFamily="34" charset="0"/>
              <a:buChar char="•"/>
            </a:pPr>
            <a:endParaRPr lang="en-US" dirty="0">
              <a:latin typeface="Oracle Sans" panose="020B0503020204020204" pitchFamily="34" charset="0"/>
              <a:ea typeface="Oracle Sans" panose="020B0503020204020204" pitchFamily="34" charset="0"/>
              <a:cs typeface="Times New Roman" panose="02020603050405020304" pitchFamily="18" charset="0"/>
            </a:endParaRPr>
          </a:p>
          <a:p>
            <a:pPr marL="342900" indent="-342900">
              <a:spcAft>
                <a:spcPts val="467"/>
              </a:spcAft>
              <a:buFont typeface="Arial" panose="020B0604020202020204" pitchFamily="34" charset="0"/>
              <a:buChar char="•"/>
            </a:pPr>
            <a:endParaRPr lang="en-US" dirty="0">
              <a:latin typeface="Oracle Sans" panose="020B0503020204020204" pitchFamily="34" charset="0"/>
              <a:ea typeface="Oracle Sans" panose="020B0503020204020204" pitchFamily="34" charset="0"/>
              <a:cs typeface="Times New Roman" panose="02020603050405020304" pitchFamily="18" charset="0"/>
            </a:endParaRPr>
          </a:p>
        </p:txBody>
      </p:sp>
      <p:pic>
        <p:nvPicPr>
          <p:cNvPr id="13" name="Picture 12">
            <a:extLst>
              <a:ext uri="{FF2B5EF4-FFF2-40B4-BE49-F238E27FC236}">
                <a16:creationId xmlns:a16="http://schemas.microsoft.com/office/drawing/2014/main" id="{12F9BBAB-ABD6-BC46-9710-62041BF3BFF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018212" y="1509851"/>
            <a:ext cx="5095998" cy="2071549"/>
          </a:xfrm>
          <a:prstGeom prst="rect">
            <a:avLst/>
          </a:prstGeom>
        </p:spPr>
      </p:pic>
      <p:sp>
        <p:nvSpPr>
          <p:cNvPr id="14" name="Rounded Rectangular Callout 13">
            <a:extLst>
              <a:ext uri="{FF2B5EF4-FFF2-40B4-BE49-F238E27FC236}">
                <a16:creationId xmlns:a16="http://schemas.microsoft.com/office/drawing/2014/main" id="{D2F54297-AAC6-984A-B39A-F3D2F6E5D104}"/>
              </a:ext>
            </a:extLst>
          </p:cNvPr>
          <p:cNvSpPr/>
          <p:nvPr/>
        </p:nvSpPr>
        <p:spPr>
          <a:xfrm>
            <a:off x="5865812" y="4174162"/>
            <a:ext cx="1352722" cy="522514"/>
          </a:xfrm>
          <a:prstGeom prst="wedgeRoundRectCallout">
            <a:avLst>
              <a:gd name="adj1" fmla="val -22009"/>
              <a:gd name="adj2" fmla="val -212494"/>
              <a:gd name="adj3" fmla="val 16667"/>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t>NF Simulators</a:t>
            </a:r>
          </a:p>
        </p:txBody>
      </p:sp>
      <p:sp>
        <p:nvSpPr>
          <p:cNvPr id="15" name="Rounded Rectangular Callout 14">
            <a:extLst>
              <a:ext uri="{FF2B5EF4-FFF2-40B4-BE49-F238E27FC236}">
                <a16:creationId xmlns:a16="http://schemas.microsoft.com/office/drawing/2014/main" id="{97CA8FC6-7FEB-2447-9D27-8A4137E3B2D7}"/>
              </a:ext>
            </a:extLst>
          </p:cNvPr>
          <p:cNvSpPr/>
          <p:nvPr/>
        </p:nvSpPr>
        <p:spPr>
          <a:xfrm>
            <a:off x="7535038" y="4174162"/>
            <a:ext cx="1105418" cy="510468"/>
          </a:xfrm>
          <a:prstGeom prst="wedgeRoundRectCallout">
            <a:avLst>
              <a:gd name="adj1" fmla="val -22752"/>
              <a:gd name="adj2" fmla="val -195421"/>
              <a:gd name="adj3" fmla="val 16667"/>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t>ATS Core Modules</a:t>
            </a:r>
          </a:p>
        </p:txBody>
      </p:sp>
      <p:sp>
        <p:nvSpPr>
          <p:cNvPr id="16" name="TextBox 15">
            <a:extLst>
              <a:ext uri="{FF2B5EF4-FFF2-40B4-BE49-F238E27FC236}">
                <a16:creationId xmlns:a16="http://schemas.microsoft.com/office/drawing/2014/main" id="{F1AF0678-5780-4844-9419-7DEE377F9436}"/>
              </a:ext>
            </a:extLst>
          </p:cNvPr>
          <p:cNvSpPr txBox="1"/>
          <p:nvPr/>
        </p:nvSpPr>
        <p:spPr>
          <a:xfrm>
            <a:off x="7002001" y="1140519"/>
            <a:ext cx="2171492" cy="369332"/>
          </a:xfrm>
          <a:prstGeom prst="rect">
            <a:avLst/>
          </a:prstGeom>
          <a:noFill/>
        </p:spPr>
        <p:txBody>
          <a:bodyPr wrap="none" rtlCol="0">
            <a:spAutoFit/>
          </a:bodyPr>
          <a:lstStyle/>
          <a:p>
            <a:r>
              <a:rPr lang="en-GB" dirty="0">
                <a:solidFill>
                  <a:schemeClr val="tx2"/>
                </a:solidFill>
              </a:rPr>
              <a:t>Kubernetes Cluster</a:t>
            </a:r>
          </a:p>
        </p:txBody>
      </p:sp>
      <p:sp>
        <p:nvSpPr>
          <p:cNvPr id="17" name="Rounded Rectangular Callout 16">
            <a:extLst>
              <a:ext uri="{FF2B5EF4-FFF2-40B4-BE49-F238E27FC236}">
                <a16:creationId xmlns:a16="http://schemas.microsoft.com/office/drawing/2014/main" id="{622710CA-B24F-524B-A36A-2A79F56CC3A3}"/>
              </a:ext>
            </a:extLst>
          </p:cNvPr>
          <p:cNvSpPr/>
          <p:nvPr/>
        </p:nvSpPr>
        <p:spPr>
          <a:xfrm>
            <a:off x="9173493" y="4044517"/>
            <a:ext cx="2057400" cy="2009204"/>
          </a:xfrm>
          <a:prstGeom prst="wedgeRoundRectCallout">
            <a:avLst>
              <a:gd name="adj1" fmla="val -22427"/>
              <a:gd name="adj2" fmla="val -87445"/>
              <a:gd name="adj3" fmla="val 16667"/>
            </a:avLst>
          </a:prstGeom>
          <a:ln/>
        </p:spPr>
        <p:style>
          <a:lnRef idx="2">
            <a:schemeClr val="accent1"/>
          </a:lnRef>
          <a:fillRef idx="1">
            <a:schemeClr val="lt1"/>
          </a:fillRef>
          <a:effectRef idx="0">
            <a:schemeClr val="accent1"/>
          </a:effectRef>
          <a:fontRef idx="minor">
            <a:schemeClr val="dk1"/>
          </a:fontRef>
        </p:style>
        <p:txBody>
          <a:bodyPr rtlCol="0" anchor="ctr"/>
          <a:lstStyle/>
          <a:p>
            <a:r>
              <a:rPr lang="en-GB" sz="1400" b="1" dirty="0"/>
              <a:t>Oracle NF Under Test</a:t>
            </a:r>
          </a:p>
          <a:p>
            <a:pPr marL="285750" indent="-285750">
              <a:buFont typeface="Arial" panose="020B0604020202020204" pitchFamily="34" charset="0"/>
              <a:buChar char="•"/>
            </a:pPr>
            <a:r>
              <a:rPr lang="en-GB" sz="1200" dirty="0"/>
              <a:t>PCF</a:t>
            </a:r>
          </a:p>
          <a:p>
            <a:pPr marL="285750" indent="-285750">
              <a:buFont typeface="Arial" panose="020B0604020202020204" pitchFamily="34" charset="0"/>
              <a:buChar char="•"/>
            </a:pPr>
            <a:r>
              <a:rPr lang="en-GB" sz="1200" dirty="0" err="1"/>
              <a:t>cnPCRF</a:t>
            </a:r>
            <a:endParaRPr lang="en-GB" sz="1200" dirty="0"/>
          </a:p>
          <a:p>
            <a:pPr marL="285750" indent="-285750">
              <a:buFont typeface="Arial" panose="020B0604020202020204" pitchFamily="34" charset="0"/>
              <a:buChar char="•"/>
            </a:pPr>
            <a:r>
              <a:rPr lang="en-GB" sz="1200" dirty="0"/>
              <a:t>SLF </a:t>
            </a:r>
          </a:p>
          <a:p>
            <a:pPr marL="285750" indent="-285750">
              <a:buFont typeface="Arial" panose="020B0604020202020204" pitchFamily="34" charset="0"/>
              <a:buChar char="•"/>
            </a:pPr>
            <a:r>
              <a:rPr lang="en-GB" sz="1200" dirty="0"/>
              <a:t>NRF </a:t>
            </a:r>
          </a:p>
          <a:p>
            <a:pPr marL="285750" indent="-285750">
              <a:buFont typeface="Arial" panose="020B0604020202020204" pitchFamily="34" charset="0"/>
              <a:buChar char="•"/>
            </a:pPr>
            <a:r>
              <a:rPr lang="en-GB" sz="1200" dirty="0"/>
              <a:t>SCP </a:t>
            </a:r>
          </a:p>
          <a:p>
            <a:pPr marL="285750" indent="-285750">
              <a:buFont typeface="Arial" panose="020B0604020202020204" pitchFamily="34" charset="0"/>
              <a:buChar char="•"/>
            </a:pPr>
            <a:r>
              <a:rPr lang="en-GB" sz="1200" dirty="0"/>
              <a:t>SEPP</a:t>
            </a:r>
          </a:p>
          <a:p>
            <a:pPr marL="285750" indent="-285750">
              <a:buFont typeface="Arial" panose="020B0604020202020204" pitchFamily="34" charset="0"/>
              <a:buChar char="•"/>
            </a:pPr>
            <a:r>
              <a:rPr lang="en-GB" sz="1200" dirty="0"/>
              <a:t>NSSF </a:t>
            </a:r>
          </a:p>
          <a:p>
            <a:pPr marL="285750" indent="-285750">
              <a:buFont typeface="Arial" panose="020B0604020202020204" pitchFamily="34" charset="0"/>
              <a:buChar char="•"/>
            </a:pPr>
            <a:r>
              <a:rPr lang="en-GB" sz="1200" dirty="0"/>
              <a:t>BSF </a:t>
            </a:r>
          </a:p>
        </p:txBody>
      </p:sp>
      <p:pic>
        <p:nvPicPr>
          <p:cNvPr id="18" name="Google Shape;99;p15">
            <a:extLst>
              <a:ext uri="{FF2B5EF4-FFF2-40B4-BE49-F238E27FC236}">
                <a16:creationId xmlns:a16="http://schemas.microsoft.com/office/drawing/2014/main" id="{469C847E-2019-184B-8136-63E1D1D4E94D}"/>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a:off x="3960812" y="2284038"/>
            <a:ext cx="1899148" cy="1890124"/>
          </a:xfrm>
          <a:prstGeom prst="rect">
            <a:avLst/>
          </a:prstGeom>
          <a:noFill/>
          <a:ln>
            <a:noFill/>
          </a:ln>
        </p:spPr>
      </p:pic>
    </p:spTree>
    <p:extLst>
      <p:ext uri="{BB962C8B-B14F-4D97-AF65-F5344CB8AC3E}">
        <p14:creationId xmlns:p14="http://schemas.microsoft.com/office/powerpoint/2010/main" val="2757437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23721" y="449262"/>
            <a:ext cx="11125200" cy="914400"/>
          </a:xfrm>
          <a:prstGeom prst="rect">
            <a:avLst/>
          </a:prstGeom>
        </p:spPr>
        <p:txBody>
          <a:bodyPr/>
          <a:lstStyle/>
          <a:p>
            <a:r>
              <a:rPr lang="en-US" sz="4000" b="1" dirty="0">
                <a:solidFill>
                  <a:schemeClr val="tx2"/>
                </a:solidFill>
              </a:rPr>
              <a:t>NF-ATS Transaction</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1" t="1643" r="578" b="3080"/>
          <a:stretch/>
        </p:blipFill>
        <p:spPr>
          <a:xfrm>
            <a:off x="989012" y="1600200"/>
            <a:ext cx="9829800" cy="44196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03659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04800"/>
            <a:ext cx="11125200" cy="619125"/>
          </a:xfrm>
          <a:prstGeom prst="rect">
            <a:avLst/>
          </a:prstGeom>
        </p:spPr>
        <p:txBody>
          <a:bodyPr/>
          <a:lstStyle/>
          <a:p>
            <a:r>
              <a:rPr lang="en-US" sz="4000" b="1" dirty="0">
                <a:solidFill>
                  <a:schemeClr val="tx2"/>
                </a:solidFill>
              </a:rPr>
              <a:t>ATS Functions</a:t>
            </a:r>
          </a:p>
        </p:txBody>
      </p:sp>
      <p:sp>
        <p:nvSpPr>
          <p:cNvPr id="9" name="Rectangle 8">
            <a:extLst>
              <a:ext uri="{FF2B5EF4-FFF2-40B4-BE49-F238E27FC236}">
                <a16:creationId xmlns:a16="http://schemas.microsoft.com/office/drawing/2014/main" id="{EB8AAC4D-8B3C-4758-9F30-052FA8649F57}"/>
              </a:ext>
            </a:extLst>
          </p:cNvPr>
          <p:cNvSpPr/>
          <p:nvPr/>
        </p:nvSpPr>
        <p:spPr>
          <a:xfrm>
            <a:off x="2055812" y="3063875"/>
            <a:ext cx="1295400" cy="85725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t>NF Under Test</a:t>
            </a:r>
          </a:p>
        </p:txBody>
      </p:sp>
      <p:sp>
        <p:nvSpPr>
          <p:cNvPr id="10" name="Rectangle 9">
            <a:extLst>
              <a:ext uri="{FF2B5EF4-FFF2-40B4-BE49-F238E27FC236}">
                <a16:creationId xmlns:a16="http://schemas.microsoft.com/office/drawing/2014/main" id="{37174036-CBB1-440D-B870-8F82723C5B7A}"/>
              </a:ext>
            </a:extLst>
          </p:cNvPr>
          <p:cNvSpPr/>
          <p:nvPr/>
        </p:nvSpPr>
        <p:spPr>
          <a:xfrm>
            <a:off x="5711031" y="3063875"/>
            <a:ext cx="1295400" cy="85725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t>ATS</a:t>
            </a:r>
          </a:p>
        </p:txBody>
      </p:sp>
      <p:sp>
        <p:nvSpPr>
          <p:cNvPr id="11" name="Rectangle 10">
            <a:extLst>
              <a:ext uri="{FF2B5EF4-FFF2-40B4-BE49-F238E27FC236}">
                <a16:creationId xmlns:a16="http://schemas.microsoft.com/office/drawing/2014/main" id="{6056F779-9097-4F39-8184-EE305F97FB5A}"/>
              </a:ext>
            </a:extLst>
          </p:cNvPr>
          <p:cNvSpPr/>
          <p:nvPr/>
        </p:nvSpPr>
        <p:spPr>
          <a:xfrm>
            <a:off x="5722937" y="1365250"/>
            <a:ext cx="1295400" cy="857250"/>
          </a:xfrm>
          <a:prstGeom prst="rect">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t>Stub1 (</a:t>
            </a:r>
            <a:r>
              <a:rPr lang="en-US" dirty="0" err="1"/>
              <a:t>e.g:CHF</a:t>
            </a:r>
            <a:r>
              <a:rPr lang="en-US" dirty="0"/>
              <a:t>)</a:t>
            </a:r>
          </a:p>
        </p:txBody>
      </p:sp>
      <p:sp>
        <p:nvSpPr>
          <p:cNvPr id="12" name="Rectangle 11">
            <a:extLst>
              <a:ext uri="{FF2B5EF4-FFF2-40B4-BE49-F238E27FC236}">
                <a16:creationId xmlns:a16="http://schemas.microsoft.com/office/drawing/2014/main" id="{E43D4B0F-7663-4D47-BDBE-AF2F0C1C7604}"/>
              </a:ext>
            </a:extLst>
          </p:cNvPr>
          <p:cNvSpPr/>
          <p:nvPr/>
        </p:nvSpPr>
        <p:spPr>
          <a:xfrm>
            <a:off x="5722937" y="4784563"/>
            <a:ext cx="1295400" cy="857250"/>
          </a:xfrm>
          <a:prstGeom prst="rect">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t>Stub4    (</a:t>
            </a:r>
            <a:r>
              <a:rPr lang="en-US" dirty="0" err="1"/>
              <a:t>e.g</a:t>
            </a:r>
            <a:r>
              <a:rPr lang="en-US" dirty="0"/>
              <a:t>: SMF)</a:t>
            </a:r>
          </a:p>
        </p:txBody>
      </p:sp>
      <p:sp>
        <p:nvSpPr>
          <p:cNvPr id="13" name="Rectangle 12">
            <a:extLst>
              <a:ext uri="{FF2B5EF4-FFF2-40B4-BE49-F238E27FC236}">
                <a16:creationId xmlns:a16="http://schemas.microsoft.com/office/drawing/2014/main" id="{6A2A90EA-7EE8-4249-ADAB-1B9E247CCA2B}"/>
              </a:ext>
            </a:extLst>
          </p:cNvPr>
          <p:cNvSpPr/>
          <p:nvPr/>
        </p:nvSpPr>
        <p:spPr>
          <a:xfrm>
            <a:off x="8837612" y="2062956"/>
            <a:ext cx="1295400" cy="857250"/>
          </a:xfrm>
          <a:prstGeom prst="rect">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t>Stub2 (</a:t>
            </a:r>
            <a:r>
              <a:rPr lang="en-US" dirty="0" err="1"/>
              <a:t>e.g:UDR</a:t>
            </a:r>
            <a:r>
              <a:rPr lang="en-US" dirty="0"/>
              <a:t>)</a:t>
            </a:r>
          </a:p>
        </p:txBody>
      </p:sp>
      <p:sp>
        <p:nvSpPr>
          <p:cNvPr id="14" name="Rectangle 13">
            <a:extLst>
              <a:ext uri="{FF2B5EF4-FFF2-40B4-BE49-F238E27FC236}">
                <a16:creationId xmlns:a16="http://schemas.microsoft.com/office/drawing/2014/main" id="{C1397129-AF2E-43F5-A5B1-59F3D1FF9CA0}"/>
              </a:ext>
            </a:extLst>
          </p:cNvPr>
          <p:cNvSpPr/>
          <p:nvPr/>
        </p:nvSpPr>
        <p:spPr>
          <a:xfrm>
            <a:off x="8807449" y="4026925"/>
            <a:ext cx="1295400" cy="857250"/>
          </a:xfrm>
          <a:prstGeom prst="rect">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t>Stub3 (</a:t>
            </a:r>
            <a:r>
              <a:rPr lang="en-US" dirty="0" err="1"/>
              <a:t>e.g:NRF</a:t>
            </a:r>
            <a:r>
              <a:rPr lang="en-US" dirty="0"/>
              <a:t>)</a:t>
            </a:r>
          </a:p>
        </p:txBody>
      </p:sp>
      <p:cxnSp>
        <p:nvCxnSpPr>
          <p:cNvPr id="15" name="Straight Arrow Connector 14">
            <a:extLst>
              <a:ext uri="{FF2B5EF4-FFF2-40B4-BE49-F238E27FC236}">
                <a16:creationId xmlns:a16="http://schemas.microsoft.com/office/drawing/2014/main" id="{98720242-82BE-4588-893F-F1A4DCCC28DD}"/>
              </a:ext>
            </a:extLst>
          </p:cNvPr>
          <p:cNvCxnSpPr>
            <a:cxnSpLocks/>
            <a:stCxn id="11" idx="2"/>
          </p:cNvCxnSpPr>
          <p:nvPr/>
        </p:nvCxnSpPr>
        <p:spPr>
          <a:xfrm>
            <a:off x="6370637" y="2222500"/>
            <a:ext cx="0" cy="841375"/>
          </a:xfrm>
          <a:prstGeom prst="straightConnector1">
            <a:avLst/>
          </a:prstGeom>
          <a:ln w="12700">
            <a:solidFill>
              <a:srgbClr val="6600CC"/>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6D8ED2C-307C-4853-93F6-1CED2D45A479}"/>
              </a:ext>
            </a:extLst>
          </p:cNvPr>
          <p:cNvCxnSpPr>
            <a:cxnSpLocks/>
          </p:cNvCxnSpPr>
          <p:nvPr/>
        </p:nvCxnSpPr>
        <p:spPr>
          <a:xfrm>
            <a:off x="6370637" y="3921125"/>
            <a:ext cx="11906" cy="863438"/>
          </a:xfrm>
          <a:prstGeom prst="straightConnector1">
            <a:avLst/>
          </a:prstGeom>
          <a:ln w="127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68951F7-EB7F-42C8-8D96-6F58C892BE5A}"/>
              </a:ext>
            </a:extLst>
          </p:cNvPr>
          <p:cNvCxnSpPr>
            <a:cxnSpLocks/>
            <a:stCxn id="9" idx="3"/>
            <a:endCxn id="10" idx="1"/>
          </p:cNvCxnSpPr>
          <p:nvPr/>
        </p:nvCxnSpPr>
        <p:spPr>
          <a:xfrm>
            <a:off x="3351212" y="3492500"/>
            <a:ext cx="2359819" cy="0"/>
          </a:xfrm>
          <a:prstGeom prst="straightConnector1">
            <a:avLst/>
          </a:prstGeom>
          <a:ln w="1905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28">
            <a:extLst>
              <a:ext uri="{FF2B5EF4-FFF2-40B4-BE49-F238E27FC236}">
                <a16:creationId xmlns:a16="http://schemas.microsoft.com/office/drawing/2014/main" id="{A818B327-3115-4E9F-8E6F-D30FB04FD6A3}"/>
              </a:ext>
            </a:extLst>
          </p:cNvPr>
          <p:cNvCxnSpPr>
            <a:cxnSpLocks/>
          </p:cNvCxnSpPr>
          <p:nvPr/>
        </p:nvCxnSpPr>
        <p:spPr>
          <a:xfrm>
            <a:off x="7013574" y="3846579"/>
            <a:ext cx="1763715" cy="608971"/>
          </a:xfrm>
          <a:prstGeom prst="bentConnector3">
            <a:avLst/>
          </a:prstGeom>
          <a:ln w="12700">
            <a:solidFill>
              <a:srgbClr val="6600CC"/>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31">
            <a:extLst>
              <a:ext uri="{FF2B5EF4-FFF2-40B4-BE49-F238E27FC236}">
                <a16:creationId xmlns:a16="http://schemas.microsoft.com/office/drawing/2014/main" id="{12F867FE-AF9C-4009-8FDD-309FC33C3E00}"/>
              </a:ext>
            </a:extLst>
          </p:cNvPr>
          <p:cNvCxnSpPr>
            <a:cxnSpLocks/>
          </p:cNvCxnSpPr>
          <p:nvPr/>
        </p:nvCxnSpPr>
        <p:spPr>
          <a:xfrm flipV="1">
            <a:off x="7018337" y="2459268"/>
            <a:ext cx="1824038" cy="737792"/>
          </a:xfrm>
          <a:prstGeom prst="bentConnector3">
            <a:avLst>
              <a:gd name="adj1" fmla="val 50000"/>
            </a:avLst>
          </a:prstGeom>
          <a:ln w="12700">
            <a:solidFill>
              <a:srgbClr val="6600CC"/>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538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7012" y="381000"/>
            <a:ext cx="11125200" cy="609600"/>
          </a:xfrm>
          <a:prstGeom prst="rect">
            <a:avLst/>
          </a:prstGeom>
        </p:spPr>
        <p:txBody>
          <a:bodyPr/>
          <a:lstStyle/>
          <a:p>
            <a:r>
              <a:rPr lang="en-US" sz="4000" b="1" dirty="0">
                <a:solidFill>
                  <a:schemeClr val="tx2"/>
                </a:solidFill>
              </a:rPr>
              <a:t>ATS - CURL API Commands to trigger tests</a:t>
            </a:r>
            <a:endParaRPr lang="en-IN" sz="4000" b="1" dirty="0">
              <a:solidFill>
                <a:schemeClr val="tx2"/>
              </a:solidFill>
            </a:endParaRPr>
          </a:p>
        </p:txBody>
      </p:sp>
      <p:sp>
        <p:nvSpPr>
          <p:cNvPr id="3" name="Text Placeholder 2"/>
          <p:cNvSpPr>
            <a:spLocks noGrp="1"/>
          </p:cNvSpPr>
          <p:nvPr>
            <p:ph type="body" idx="4294967295"/>
          </p:nvPr>
        </p:nvSpPr>
        <p:spPr>
          <a:xfrm>
            <a:off x="303212" y="1295400"/>
            <a:ext cx="11125200" cy="4419600"/>
          </a:xfrm>
          <a:prstGeom prst="rect">
            <a:avLst/>
          </a:prstGeom>
        </p:spPr>
        <p:txBody>
          <a:bodyPr/>
          <a:lstStyle/>
          <a:p>
            <a:pPr marL="342900" indent="-342900">
              <a:buFont typeface="Arial" panose="020B0604020202020204" pitchFamily="34" charset="0"/>
              <a:buChar char="•"/>
            </a:pPr>
            <a:r>
              <a:rPr lang="en-IN" b="0" dirty="0"/>
              <a:t>To run NF-ATS with TLS Enabled support we need to first enable the Https support for Egress and Ingress gateway.</a:t>
            </a:r>
          </a:p>
          <a:p>
            <a:endParaRPr lang="en-IN" b="0" dirty="0"/>
          </a:p>
          <a:p>
            <a:pPr marL="342900" indent="-342900">
              <a:buFont typeface="Arial" panose="020B0604020202020204" pitchFamily="34" charset="0"/>
              <a:buChar char="•"/>
            </a:pPr>
            <a:r>
              <a:rPr lang="en-IN" b="0" dirty="0"/>
              <a:t>Execute the following CURL command from the ATS pod.</a:t>
            </a:r>
          </a:p>
          <a:p>
            <a:endParaRPr lang="en-IN" b="0" dirty="0"/>
          </a:p>
          <a:p>
            <a:r>
              <a:rPr lang="en-IN" sz="1800" dirty="0">
                <a:solidFill>
                  <a:schemeClr val="accent1"/>
                </a:solidFill>
              </a:rPr>
              <a:t> </a:t>
            </a:r>
            <a:r>
              <a:rPr lang="en-IN" sz="1600" b="0" dirty="0">
                <a:solidFill>
                  <a:schemeClr val="accent1"/>
                </a:solidFill>
              </a:rPr>
              <a:t>curl -X POST  -v  "https://&lt;Ingress-gateway-service-</a:t>
            </a:r>
            <a:r>
              <a:rPr lang="en-IN" sz="1600" b="0" dirty="0" err="1">
                <a:solidFill>
                  <a:schemeClr val="accent1"/>
                </a:solidFill>
              </a:rPr>
              <a:t>name.namespace.svc</a:t>
            </a:r>
            <a:r>
              <a:rPr lang="en-IN" sz="1600" b="0" dirty="0">
                <a:solidFill>
                  <a:schemeClr val="accent1"/>
                </a:solidFill>
              </a:rPr>
              <a:t>&gt;:&lt;HTTPS-port&gt;/</a:t>
            </a:r>
            <a:r>
              <a:rPr lang="en-IN" sz="1600" b="0" dirty="0" err="1">
                <a:solidFill>
                  <a:schemeClr val="accent1"/>
                </a:solidFill>
              </a:rPr>
              <a:t>npcf-smpolicycontrol</a:t>
            </a:r>
            <a:r>
              <a:rPr lang="en-IN" sz="1600" b="0" dirty="0">
                <a:solidFill>
                  <a:schemeClr val="accent1"/>
                </a:solidFill>
              </a:rPr>
              <a:t>/v1/</a:t>
            </a:r>
            <a:r>
              <a:rPr lang="en-IN" sz="1600" b="0" dirty="0" err="1">
                <a:solidFill>
                  <a:schemeClr val="accent1"/>
                </a:solidFill>
              </a:rPr>
              <a:t>sm</a:t>
            </a:r>
            <a:r>
              <a:rPr lang="en-IN" sz="1600" b="0" dirty="0">
                <a:solidFill>
                  <a:schemeClr val="accent1"/>
                </a:solidFill>
              </a:rPr>
              <a:t>-policies"  --</a:t>
            </a:r>
            <a:r>
              <a:rPr lang="en-IN" sz="1600" b="0" dirty="0" err="1">
                <a:solidFill>
                  <a:schemeClr val="accent1"/>
                </a:solidFill>
              </a:rPr>
              <a:t>cacert</a:t>
            </a:r>
            <a:r>
              <a:rPr lang="en-IN" sz="1600" b="0" dirty="0">
                <a:solidFill>
                  <a:schemeClr val="accent1"/>
                </a:solidFill>
              </a:rPr>
              <a:t> caroot.cer --cert  ./ocegress_client.cer --key </a:t>
            </a:r>
            <a:r>
              <a:rPr lang="en-IN" sz="1600" b="0" dirty="0" err="1">
                <a:solidFill>
                  <a:schemeClr val="accent1"/>
                </a:solidFill>
              </a:rPr>
              <a:t>rsa_private_key_client</a:t>
            </a:r>
            <a:r>
              <a:rPr lang="en-IN" sz="1600" b="0" dirty="0">
                <a:solidFill>
                  <a:schemeClr val="accent1"/>
                </a:solidFill>
              </a:rPr>
              <a:t> -H  "Content-Type: application/json" -d '{ "3gppPsDataOffStatus": true, "</a:t>
            </a:r>
            <a:r>
              <a:rPr lang="en-IN" sz="1600" b="0" dirty="0" err="1">
                <a:solidFill>
                  <a:schemeClr val="accent1"/>
                </a:solidFill>
              </a:rPr>
              <a:t>accNetChId</a:t>
            </a:r>
            <a:r>
              <a:rPr lang="en-IN" sz="1600" b="0" dirty="0">
                <a:solidFill>
                  <a:schemeClr val="accent1"/>
                </a:solidFill>
              </a:rPr>
              <a:t>": { "</a:t>
            </a:r>
            <a:r>
              <a:rPr lang="en-IN" sz="1600" b="0" dirty="0" err="1">
                <a:solidFill>
                  <a:schemeClr val="accent1"/>
                </a:solidFill>
              </a:rPr>
              <a:t>accNetChaIdValue</a:t>
            </a:r>
            <a:r>
              <a:rPr lang="en-IN" sz="1600" b="0" dirty="0">
                <a:solidFill>
                  <a:schemeClr val="accent1"/>
                </a:solidFill>
              </a:rPr>
              <a:t>": "01020304", "</a:t>
            </a:r>
            <a:r>
              <a:rPr lang="en-IN" sz="1600" b="0" dirty="0" err="1">
                <a:solidFill>
                  <a:schemeClr val="accent1"/>
                </a:solidFill>
              </a:rPr>
              <a:t>sessionChScope</a:t>
            </a:r>
            <a:r>
              <a:rPr lang="en-IN" sz="1600" b="0" dirty="0">
                <a:solidFill>
                  <a:schemeClr val="accent1"/>
                </a:solidFill>
              </a:rPr>
              <a:t>": true }, "</a:t>
            </a:r>
            <a:r>
              <a:rPr lang="en-IN" sz="1600" b="0" dirty="0" err="1">
                <a:solidFill>
                  <a:schemeClr val="accent1"/>
                </a:solidFill>
              </a:rPr>
              <a:t>accessType</a:t>
            </a:r>
            <a:r>
              <a:rPr lang="en-IN" sz="1600" b="0" dirty="0">
                <a:solidFill>
                  <a:schemeClr val="accent1"/>
                </a:solidFill>
              </a:rPr>
              <a:t>": "3GPP_ACCESS", "</a:t>
            </a:r>
            <a:r>
              <a:rPr lang="en-IN" sz="1600" b="0" dirty="0" err="1">
                <a:solidFill>
                  <a:schemeClr val="accent1"/>
                </a:solidFill>
              </a:rPr>
              <a:t>dnn</a:t>
            </a:r>
            <a:r>
              <a:rPr lang="en-IN" sz="1600" b="0" dirty="0">
                <a:solidFill>
                  <a:schemeClr val="accent1"/>
                </a:solidFill>
              </a:rPr>
              <a:t>": "dnn1", "</a:t>
            </a:r>
            <a:r>
              <a:rPr lang="en-IN" sz="1600" b="0" dirty="0" err="1">
                <a:solidFill>
                  <a:schemeClr val="accent1"/>
                </a:solidFill>
              </a:rPr>
              <a:t>gpsi</a:t>
            </a:r>
            <a:r>
              <a:rPr lang="en-IN" sz="1600" b="0" dirty="0">
                <a:solidFill>
                  <a:schemeClr val="accent1"/>
                </a:solidFill>
              </a:rPr>
              <a:t>": "9192503899", "ipv4Address": "192.168.10.10", "ipv6AddressPrefix": "2001:1:22:3286::/64", "</a:t>
            </a:r>
            <a:r>
              <a:rPr lang="en-IN" sz="1600" b="0" dirty="0" err="1">
                <a:solidFill>
                  <a:schemeClr val="accent1"/>
                </a:solidFill>
              </a:rPr>
              <a:t>notificationUri</a:t>
            </a:r>
            <a:r>
              <a:rPr lang="en-IN" sz="1600" b="0" dirty="0">
                <a:solidFill>
                  <a:schemeClr val="accent1"/>
                </a:solidFill>
              </a:rPr>
              <a:t>": "http://smf-simulator:8080/</a:t>
            </a:r>
            <a:r>
              <a:rPr lang="en-IN" sz="1600" b="0" dirty="0" err="1">
                <a:solidFill>
                  <a:schemeClr val="accent1"/>
                </a:solidFill>
              </a:rPr>
              <a:t>smf</a:t>
            </a:r>
            <a:r>
              <a:rPr lang="en-IN" sz="1600" b="0" dirty="0">
                <a:solidFill>
                  <a:schemeClr val="accent1"/>
                </a:solidFill>
              </a:rPr>
              <a:t>/notify", "offline": true, "online": false, "</a:t>
            </a:r>
            <a:r>
              <a:rPr lang="en-IN" sz="1600" b="0" dirty="0" err="1">
                <a:solidFill>
                  <a:schemeClr val="accent1"/>
                </a:solidFill>
              </a:rPr>
              <a:t>pduSessionId</a:t>
            </a:r>
            <a:r>
              <a:rPr lang="en-IN" sz="1600" b="0" dirty="0">
                <a:solidFill>
                  <a:schemeClr val="accent1"/>
                </a:solidFill>
              </a:rPr>
              <a:t>": 1, "</a:t>
            </a:r>
            <a:r>
              <a:rPr lang="en-IN" sz="1600" b="0" dirty="0" err="1">
                <a:solidFill>
                  <a:schemeClr val="accent1"/>
                </a:solidFill>
              </a:rPr>
              <a:t>pduSessionType</a:t>
            </a:r>
            <a:r>
              <a:rPr lang="en-IN" sz="1600" b="0" dirty="0">
                <a:solidFill>
                  <a:schemeClr val="accent1"/>
                </a:solidFill>
              </a:rPr>
              <a:t>": "IPV4", "</a:t>
            </a:r>
            <a:r>
              <a:rPr lang="en-IN" sz="1600" b="0" dirty="0" err="1">
                <a:solidFill>
                  <a:schemeClr val="accent1"/>
                </a:solidFill>
              </a:rPr>
              <a:t>pei</a:t>
            </a:r>
            <a:r>
              <a:rPr lang="en-IN" sz="1600" b="0" dirty="0">
                <a:solidFill>
                  <a:schemeClr val="accent1"/>
                </a:solidFill>
              </a:rPr>
              <a:t>": "imei-100120210000001", "</a:t>
            </a:r>
            <a:r>
              <a:rPr lang="en-IN" sz="1600" b="0" dirty="0" err="1">
                <a:solidFill>
                  <a:schemeClr val="accent1"/>
                </a:solidFill>
              </a:rPr>
              <a:t>ratType</a:t>
            </a:r>
            <a:r>
              <a:rPr lang="en-IN" sz="1600" b="0" dirty="0">
                <a:solidFill>
                  <a:schemeClr val="accent1"/>
                </a:solidFill>
              </a:rPr>
              <a:t>": "EUTRA", "</a:t>
            </a:r>
            <a:r>
              <a:rPr lang="en-IN" sz="1600" b="0" dirty="0" err="1">
                <a:solidFill>
                  <a:schemeClr val="accent1"/>
                </a:solidFill>
              </a:rPr>
              <a:t>servingNetwork</a:t>
            </a:r>
            <a:r>
              <a:rPr lang="en-IN" sz="1600" b="0" dirty="0">
                <a:solidFill>
                  <a:schemeClr val="accent1"/>
                </a:solidFill>
              </a:rPr>
              <a:t>": { "mcc": "450", "</a:t>
            </a:r>
            <a:r>
              <a:rPr lang="en-IN" sz="1600" b="0" dirty="0" err="1">
                <a:solidFill>
                  <a:schemeClr val="accent1"/>
                </a:solidFill>
              </a:rPr>
              <a:t>mnc</a:t>
            </a:r>
            <a:r>
              <a:rPr lang="en-IN" sz="1600" b="0" dirty="0">
                <a:solidFill>
                  <a:schemeClr val="accent1"/>
                </a:solidFill>
              </a:rPr>
              <a:t>": "08" }, "</a:t>
            </a:r>
            <a:r>
              <a:rPr lang="en-IN" sz="1600" b="0" dirty="0" err="1">
                <a:solidFill>
                  <a:schemeClr val="accent1"/>
                </a:solidFill>
              </a:rPr>
              <a:t>sliceInfo</a:t>
            </a:r>
            <a:r>
              <a:rPr lang="en-IN" sz="1600" b="0" dirty="0">
                <a:solidFill>
                  <a:schemeClr val="accent1"/>
                </a:solidFill>
              </a:rPr>
              <a:t>": { "</a:t>
            </a:r>
            <a:r>
              <a:rPr lang="en-IN" sz="1600" b="0" dirty="0" err="1">
                <a:solidFill>
                  <a:schemeClr val="accent1"/>
                </a:solidFill>
              </a:rPr>
              <a:t>sd</a:t>
            </a:r>
            <a:r>
              <a:rPr lang="en-IN" sz="1600" b="0" dirty="0">
                <a:solidFill>
                  <a:schemeClr val="accent1"/>
                </a:solidFill>
              </a:rPr>
              <a:t>": "abc123", "</a:t>
            </a:r>
            <a:r>
              <a:rPr lang="en-IN" sz="1600" b="0" dirty="0" err="1">
                <a:solidFill>
                  <a:schemeClr val="accent1"/>
                </a:solidFill>
              </a:rPr>
              <a:t>sst</a:t>
            </a:r>
            <a:r>
              <a:rPr lang="en-IN" sz="1600" b="0" dirty="0">
                <a:solidFill>
                  <a:schemeClr val="accent1"/>
                </a:solidFill>
              </a:rPr>
              <a:t>": 11 }, "</a:t>
            </a:r>
            <a:r>
              <a:rPr lang="en-IN" sz="1600" b="0" dirty="0" err="1">
                <a:solidFill>
                  <a:schemeClr val="accent1"/>
                </a:solidFill>
              </a:rPr>
              <a:t>smPoliciesUpdateNotificationUrl</a:t>
            </a:r>
            <a:r>
              <a:rPr lang="en-IN" sz="1600" b="0" dirty="0">
                <a:solidFill>
                  <a:schemeClr val="accent1"/>
                </a:solidFill>
              </a:rPr>
              <a:t>": "</a:t>
            </a:r>
            <a:r>
              <a:rPr lang="en-IN" sz="1600" b="0" dirty="0" err="1">
                <a:solidFill>
                  <a:schemeClr val="accent1"/>
                </a:solidFill>
              </a:rPr>
              <a:t>npcf-smpolicycontrol</a:t>
            </a:r>
            <a:r>
              <a:rPr lang="en-IN" sz="1600" b="0" dirty="0">
                <a:solidFill>
                  <a:schemeClr val="accent1"/>
                </a:solidFill>
              </a:rPr>
              <a:t>/v1/</a:t>
            </a:r>
            <a:r>
              <a:rPr lang="en-IN" sz="1600" b="0" dirty="0" err="1">
                <a:solidFill>
                  <a:schemeClr val="accent1"/>
                </a:solidFill>
              </a:rPr>
              <a:t>sm</a:t>
            </a:r>
            <a:r>
              <a:rPr lang="en-IN" sz="1600" b="0" dirty="0">
                <a:solidFill>
                  <a:schemeClr val="accent1"/>
                </a:solidFill>
              </a:rPr>
              <a:t>-policies/{</a:t>
            </a:r>
            <a:r>
              <a:rPr lang="en-IN" sz="1600" b="0" dirty="0" err="1">
                <a:solidFill>
                  <a:schemeClr val="accent1"/>
                </a:solidFill>
              </a:rPr>
              <a:t>ueId</a:t>
            </a:r>
            <a:r>
              <a:rPr lang="en-IN" sz="1600" b="0" dirty="0">
                <a:solidFill>
                  <a:schemeClr val="accent1"/>
                </a:solidFill>
              </a:rPr>
              <a:t>}/notify", "</a:t>
            </a:r>
            <a:r>
              <a:rPr lang="en-IN" sz="1600" b="0" dirty="0" err="1">
                <a:solidFill>
                  <a:schemeClr val="accent1"/>
                </a:solidFill>
              </a:rPr>
              <a:t>subSessAmbr</a:t>
            </a:r>
            <a:r>
              <a:rPr lang="en-IN" sz="1600" b="0" dirty="0">
                <a:solidFill>
                  <a:schemeClr val="accent1"/>
                </a:solidFill>
              </a:rPr>
              <a:t>": { "downlink": "1000000 Kbps", "uplink": "10000 Kbps" }, "</a:t>
            </a:r>
            <a:r>
              <a:rPr lang="en-IN" sz="1600" b="0" dirty="0" err="1">
                <a:solidFill>
                  <a:schemeClr val="accent1"/>
                </a:solidFill>
              </a:rPr>
              <a:t>subscribedDefaultQosInformation</a:t>
            </a:r>
            <a:r>
              <a:rPr lang="en-IN" sz="1600" b="0" dirty="0">
                <a:solidFill>
                  <a:schemeClr val="accent1"/>
                </a:solidFill>
              </a:rPr>
              <a:t>": "FFS", "</a:t>
            </a:r>
            <a:r>
              <a:rPr lang="en-IN" sz="1600" b="0" dirty="0" err="1">
                <a:solidFill>
                  <a:schemeClr val="accent1"/>
                </a:solidFill>
              </a:rPr>
              <a:t>supi</a:t>
            </a:r>
            <a:r>
              <a:rPr lang="en-IN" sz="1600" b="0" dirty="0">
                <a:solidFill>
                  <a:schemeClr val="accent1"/>
                </a:solidFill>
              </a:rPr>
              <a:t>": "imsi-030003000000053", "</a:t>
            </a:r>
            <a:r>
              <a:rPr lang="en-IN" sz="1600" b="0" dirty="0" err="1">
                <a:solidFill>
                  <a:schemeClr val="accent1"/>
                </a:solidFill>
              </a:rPr>
              <a:t>supportedFeatures</a:t>
            </a:r>
            <a:r>
              <a:rPr lang="en-IN" sz="1600" b="0" dirty="0">
                <a:solidFill>
                  <a:schemeClr val="accent1"/>
                </a:solidFill>
              </a:rPr>
              <a:t>": "", "</a:t>
            </a:r>
            <a:r>
              <a:rPr lang="en-IN" sz="1600" b="0" dirty="0" err="1">
                <a:solidFill>
                  <a:schemeClr val="accent1"/>
                </a:solidFill>
              </a:rPr>
              <a:t>ueTimeZone</a:t>
            </a:r>
            <a:r>
              <a:rPr lang="en-IN" sz="1600" b="0" dirty="0">
                <a:solidFill>
                  <a:schemeClr val="accent1"/>
                </a:solidFill>
              </a:rPr>
              <a:t>": "+08:00", "</a:t>
            </a:r>
            <a:r>
              <a:rPr lang="en-IN" sz="1600" b="0" dirty="0" err="1">
                <a:solidFill>
                  <a:schemeClr val="accent1"/>
                </a:solidFill>
              </a:rPr>
              <a:t>userLocationInformation</a:t>
            </a:r>
            <a:r>
              <a:rPr lang="en-IN" sz="1600" b="0" dirty="0">
                <a:solidFill>
                  <a:schemeClr val="accent1"/>
                </a:solidFill>
              </a:rPr>
              <a:t>": { "</a:t>
            </a:r>
            <a:r>
              <a:rPr lang="en-IN" sz="1600" b="0" dirty="0" err="1">
                <a:solidFill>
                  <a:schemeClr val="accent1"/>
                </a:solidFill>
              </a:rPr>
              <a:t>nrLocation</a:t>
            </a:r>
            <a:r>
              <a:rPr lang="en-IN" sz="1600" b="0" dirty="0">
                <a:solidFill>
                  <a:schemeClr val="accent1"/>
                </a:solidFill>
              </a:rPr>
              <a:t>": { "</a:t>
            </a:r>
            <a:r>
              <a:rPr lang="en-IN" sz="1600" b="0" dirty="0" err="1">
                <a:solidFill>
                  <a:schemeClr val="accent1"/>
                </a:solidFill>
              </a:rPr>
              <a:t>ncgi</a:t>
            </a:r>
            <a:r>
              <a:rPr lang="en-IN" sz="1600" b="0" dirty="0">
                <a:solidFill>
                  <a:schemeClr val="accent1"/>
                </a:solidFill>
              </a:rPr>
              <a:t>": { "</a:t>
            </a:r>
            <a:r>
              <a:rPr lang="en-IN" sz="1600" b="0" dirty="0" err="1">
                <a:solidFill>
                  <a:schemeClr val="accent1"/>
                </a:solidFill>
              </a:rPr>
              <a:t>nrCellId</a:t>
            </a:r>
            <a:r>
              <a:rPr lang="en-IN" sz="1600" b="0" dirty="0">
                <a:solidFill>
                  <a:schemeClr val="accent1"/>
                </a:solidFill>
              </a:rPr>
              <a:t>": "512", "</a:t>
            </a:r>
            <a:r>
              <a:rPr lang="en-IN" sz="1600" b="0" dirty="0" err="1">
                <a:solidFill>
                  <a:schemeClr val="accent1"/>
                </a:solidFill>
              </a:rPr>
              <a:t>plmnId</a:t>
            </a:r>
            <a:r>
              <a:rPr lang="en-IN" sz="1600" b="0" dirty="0">
                <a:solidFill>
                  <a:schemeClr val="accent1"/>
                </a:solidFill>
              </a:rPr>
              <a:t>": { "mcc": "450", "</a:t>
            </a:r>
            <a:r>
              <a:rPr lang="en-IN" sz="1600" b="0" dirty="0" err="1">
                <a:solidFill>
                  <a:schemeClr val="accent1"/>
                </a:solidFill>
              </a:rPr>
              <a:t>mnc</a:t>
            </a:r>
            <a:r>
              <a:rPr lang="en-IN" sz="1600" b="0" dirty="0">
                <a:solidFill>
                  <a:schemeClr val="accent1"/>
                </a:solidFill>
              </a:rPr>
              <a:t>": "08" } }, "tai": { "</a:t>
            </a:r>
            <a:r>
              <a:rPr lang="en-IN" sz="1600" b="0" dirty="0" err="1">
                <a:solidFill>
                  <a:schemeClr val="accent1"/>
                </a:solidFill>
              </a:rPr>
              <a:t>plmnId</a:t>
            </a:r>
            <a:r>
              <a:rPr lang="en-IN" sz="1600" b="0" dirty="0">
                <a:solidFill>
                  <a:schemeClr val="accent1"/>
                </a:solidFill>
              </a:rPr>
              <a:t>": { "mcc": "450", "</a:t>
            </a:r>
            <a:r>
              <a:rPr lang="en-IN" sz="1600" b="0" dirty="0" err="1">
                <a:solidFill>
                  <a:schemeClr val="accent1"/>
                </a:solidFill>
              </a:rPr>
              <a:t>mnc</a:t>
            </a:r>
            <a:r>
              <a:rPr lang="en-IN" sz="1600" b="0" dirty="0">
                <a:solidFill>
                  <a:schemeClr val="accent1"/>
                </a:solidFill>
              </a:rPr>
              <a:t>": "08" }, "tac": "1801" } } } }'</a:t>
            </a:r>
          </a:p>
        </p:txBody>
      </p:sp>
    </p:spTree>
    <p:extLst>
      <p:ext uri="{BB962C8B-B14F-4D97-AF65-F5344CB8AC3E}">
        <p14:creationId xmlns:p14="http://schemas.microsoft.com/office/powerpoint/2010/main" val="1570241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3212" y="1143000"/>
            <a:ext cx="11125200" cy="762000"/>
          </a:xfrm>
          <a:prstGeom prst="rect">
            <a:avLst/>
          </a:prstGeom>
        </p:spPr>
        <p:txBody>
          <a:bodyPr/>
          <a:lstStyle/>
          <a:p>
            <a:r>
              <a:rPr lang="en-US" sz="4000" b="1">
                <a:solidFill>
                  <a:schemeClr val="tx2"/>
                </a:solidFill>
              </a:rPr>
              <a:t>Jenkins Overview</a:t>
            </a:r>
            <a:endParaRPr lang="en-US" sz="4000" dirty="0">
              <a:solidFill>
                <a:schemeClr val="tx2"/>
              </a:solidFill>
            </a:endParaRPr>
          </a:p>
        </p:txBody>
      </p:sp>
      <p:sp>
        <p:nvSpPr>
          <p:cNvPr id="3" name="Text Placeholder 2"/>
          <p:cNvSpPr>
            <a:spLocks noGrp="1"/>
          </p:cNvSpPr>
          <p:nvPr>
            <p:ph type="body" idx="4294967295"/>
          </p:nvPr>
        </p:nvSpPr>
        <p:spPr>
          <a:xfrm>
            <a:off x="338200" y="2438400"/>
            <a:ext cx="11125200" cy="1600200"/>
          </a:xfrm>
          <a:prstGeom prst="rect">
            <a:avLst/>
          </a:prstGeom>
        </p:spPr>
        <p:txBody>
          <a:bodyPr/>
          <a:lstStyle/>
          <a:p>
            <a:r>
              <a:rPr lang="en-US" b="0" dirty="0"/>
              <a:t>Jenkins is a self-contained, open-source automation server that can be used to automate all sorts of tasks related to building, testing, and delivering or deploying software. Jenkins can be installed through native system packages, Docker, or even run standalone by any machine with a Java Runtime Environment (JRE) installed.</a:t>
            </a:r>
            <a:endParaRPr lang="en-US" dirty="0"/>
          </a:p>
        </p:txBody>
      </p:sp>
      <p:sp>
        <p:nvSpPr>
          <p:cNvPr id="5" name="Slide Number Placeholder 4"/>
          <p:cNvSpPr>
            <a:spLocks noGrp="1"/>
          </p:cNvSpPr>
          <p:nvPr>
            <p:ph type="sldNum" sz="quarter" idx="4294967295"/>
          </p:nvPr>
        </p:nvSpPr>
        <p:spPr>
          <a:xfrm>
            <a:off x="11807825" y="6556375"/>
            <a:ext cx="381000" cy="182563"/>
          </a:xfrm>
          <a:prstGeom prst="rect">
            <a:avLst/>
          </a:prstGeom>
        </p:spPr>
        <p:txBody>
          <a:bodyPr/>
          <a:lstStyle/>
          <a:p>
            <a:fld id="{C51EAA63-D034-42AE-91FA-B13B9518C7BE}" type="slidenum">
              <a:rPr lang="en-US" smtClean="0"/>
              <a:pPr/>
              <a:t>23</a:t>
            </a:fld>
            <a:endParaRPr lang="en-US" dirty="0"/>
          </a:p>
        </p:txBody>
      </p:sp>
    </p:spTree>
    <p:extLst>
      <p:ext uri="{BB962C8B-B14F-4D97-AF65-F5344CB8AC3E}">
        <p14:creationId xmlns:p14="http://schemas.microsoft.com/office/powerpoint/2010/main" val="1154698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455612" y="838200"/>
            <a:ext cx="11125200" cy="4953000"/>
          </a:xfrm>
          <a:prstGeom prst="rect">
            <a:avLst/>
          </a:prstGeom>
        </p:spPr>
        <p:txBody>
          <a:bodyPr/>
          <a:lstStyle/>
          <a:p>
            <a:r>
              <a:rPr lang="en-US" dirty="0"/>
              <a:t>1.   Get the worker node IP on Bastion Host to access Jenkins GUI: </a:t>
            </a:r>
          </a:p>
          <a:p>
            <a:endParaRPr lang="en-US" dirty="0"/>
          </a:p>
          <a:p>
            <a:endParaRPr lang="en-US" u="sng" dirty="0"/>
          </a:p>
          <a:p>
            <a:r>
              <a:rPr lang="en-US" dirty="0"/>
              <a:t>2.   Get the ATS Port on Bastion Host in &lt;pcf&gt; namespace to access Jenkins GUI:</a:t>
            </a:r>
            <a:endParaRPr lang="en-US" b="0" dirty="0"/>
          </a:p>
          <a:p>
            <a:r>
              <a:rPr lang="en-US" b="0" dirty="0"/>
              <a:t>   </a:t>
            </a:r>
          </a:p>
          <a:p>
            <a:pPr algn="just"/>
            <a:endParaRPr lang="en-US" dirty="0"/>
          </a:p>
          <a:p>
            <a:pPr algn="just"/>
            <a:endParaRPr lang="en-US" dirty="0"/>
          </a:p>
          <a:p>
            <a:pPr algn="just"/>
            <a:r>
              <a:rPr lang="en-US" dirty="0"/>
              <a:t>There are two different way to access the Jenkins GUI</a:t>
            </a:r>
          </a:p>
          <a:p>
            <a:pPr algn="just"/>
            <a:endParaRPr lang="en-US" dirty="0"/>
          </a:p>
          <a:p>
            <a:pPr marL="0" lvl="1" indent="0" algn="just">
              <a:spcBef>
                <a:spcPts val="0"/>
              </a:spcBef>
              <a:buNone/>
            </a:pPr>
            <a:r>
              <a:rPr lang="en-US" sz="2400" b="1" dirty="0">
                <a:solidFill>
                  <a:schemeClr val="tx1"/>
                </a:solidFill>
              </a:rPr>
              <a:t>a. Worker node IP and Node Port</a:t>
            </a:r>
          </a:p>
          <a:p>
            <a:pPr marL="0" lvl="1" indent="0" algn="just">
              <a:spcBef>
                <a:spcPts val="0"/>
              </a:spcBef>
              <a:buNone/>
            </a:pPr>
            <a:r>
              <a:rPr lang="en-US" b="1" dirty="0"/>
              <a:t> </a:t>
            </a:r>
          </a:p>
          <a:p>
            <a:pPr marL="0" lvl="1" indent="0" algn="just">
              <a:spcBef>
                <a:spcPts val="0"/>
              </a:spcBef>
              <a:buNone/>
            </a:pPr>
            <a:r>
              <a:rPr lang="en-US" sz="2400" b="1" dirty="0">
                <a:solidFill>
                  <a:schemeClr val="tx1"/>
                </a:solidFill>
              </a:rPr>
              <a:t>   </a:t>
            </a:r>
          </a:p>
          <a:p>
            <a:pPr marL="0" lvl="1" indent="0" algn="just">
              <a:spcBef>
                <a:spcPts val="0"/>
              </a:spcBef>
              <a:buNone/>
            </a:pPr>
            <a:r>
              <a:rPr lang="en-US" sz="2400" b="1" dirty="0">
                <a:solidFill>
                  <a:schemeClr val="tx1"/>
                </a:solidFill>
              </a:rPr>
              <a:t>b.  External IP of service and Port</a:t>
            </a:r>
          </a:p>
          <a:p>
            <a:endParaRPr lang="en-US" b="0" dirty="0"/>
          </a:p>
          <a:p>
            <a:endParaRPr lang="en-US" b="0" dirty="0"/>
          </a:p>
          <a:p>
            <a:r>
              <a:rPr lang="en-US" dirty="0"/>
              <a:t> </a:t>
            </a:r>
          </a:p>
          <a:p>
            <a:endParaRPr lang="en-US" dirty="0"/>
          </a:p>
        </p:txBody>
      </p:sp>
      <p:sp>
        <p:nvSpPr>
          <p:cNvPr id="5" name="Slide Number Placeholder 4"/>
          <p:cNvSpPr>
            <a:spLocks noGrp="1"/>
          </p:cNvSpPr>
          <p:nvPr>
            <p:ph type="sldNum" sz="quarter" idx="4294967295"/>
          </p:nvPr>
        </p:nvSpPr>
        <p:spPr>
          <a:xfrm>
            <a:off x="12263437" y="6708775"/>
            <a:ext cx="381000" cy="182563"/>
          </a:xfrm>
          <a:prstGeom prst="rect">
            <a:avLst/>
          </a:prstGeom>
        </p:spPr>
        <p:txBody>
          <a:bodyPr/>
          <a:lstStyle/>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801718569"/>
              </p:ext>
            </p:extLst>
          </p:nvPr>
        </p:nvGraphicFramePr>
        <p:xfrm>
          <a:off x="1293812" y="1303019"/>
          <a:ext cx="6478588" cy="381000"/>
        </p:xfrm>
        <a:graphic>
          <a:graphicData uri="http://schemas.openxmlformats.org/drawingml/2006/table">
            <a:tbl>
              <a:tblPr firstRow="1" bandRow="1">
                <a:tableStyleId>{5FD0F851-EC5A-4D38-B0AD-8093EC10F338}</a:tableStyleId>
              </a:tblPr>
              <a:tblGrid>
                <a:gridCol w="6478588">
                  <a:extLst>
                    <a:ext uri="{9D8B030D-6E8A-4147-A177-3AD203B41FA5}">
                      <a16:colId xmlns:a16="http://schemas.microsoft.com/office/drawing/2014/main" val="20000"/>
                    </a:ext>
                  </a:extLst>
                </a:gridCol>
              </a:tblGrid>
              <a:tr h="381000">
                <a:tc>
                  <a:txBody>
                    <a:bodyPr/>
                    <a:lstStyle/>
                    <a:p>
                      <a:r>
                        <a:rPr lang="en-US" b="0" dirty="0"/>
                        <a:t> </a:t>
                      </a:r>
                      <a:r>
                        <a:rPr lang="en-US" sz="1800" b="0" dirty="0">
                          <a:solidFill>
                            <a:srgbClr val="FF0000"/>
                          </a:solidFill>
                        </a:rPr>
                        <a:t>]$ kubectl get nodes -o wide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056502000"/>
              </p:ext>
            </p:extLst>
          </p:nvPr>
        </p:nvGraphicFramePr>
        <p:xfrm>
          <a:off x="1293812" y="2374897"/>
          <a:ext cx="6478588" cy="365762"/>
        </p:xfrm>
        <a:graphic>
          <a:graphicData uri="http://schemas.openxmlformats.org/drawingml/2006/table">
            <a:tbl>
              <a:tblPr firstRow="1" bandRow="1">
                <a:tableStyleId>{5FD0F851-EC5A-4D38-B0AD-8093EC10F338}</a:tableStyleId>
              </a:tblPr>
              <a:tblGrid>
                <a:gridCol w="6478588">
                  <a:extLst>
                    <a:ext uri="{9D8B030D-6E8A-4147-A177-3AD203B41FA5}">
                      <a16:colId xmlns:a16="http://schemas.microsoft.com/office/drawing/2014/main" val="20000"/>
                    </a:ext>
                  </a:extLst>
                </a:gridCol>
              </a:tblGrid>
              <a:tr h="365762">
                <a:tc>
                  <a:txBody>
                    <a:bodyPr/>
                    <a:lstStyle/>
                    <a:p>
                      <a:r>
                        <a:rPr lang="en-US" sz="1800" b="0" dirty="0">
                          <a:solidFill>
                            <a:srgbClr val="FF0000"/>
                          </a:solidFill>
                        </a:rPr>
                        <a:t>]$ kubectl get svc –n ocpcf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07001533"/>
              </p:ext>
            </p:extLst>
          </p:nvPr>
        </p:nvGraphicFramePr>
        <p:xfrm>
          <a:off x="1293812" y="5175503"/>
          <a:ext cx="6478588" cy="365760"/>
        </p:xfrm>
        <a:graphic>
          <a:graphicData uri="http://schemas.openxmlformats.org/drawingml/2006/table">
            <a:tbl>
              <a:tblPr firstRow="1" bandRow="1">
                <a:tableStyleId>{5FD0F851-EC5A-4D38-B0AD-8093EC10F338}</a:tableStyleId>
              </a:tblPr>
              <a:tblGrid>
                <a:gridCol w="6478588">
                  <a:extLst>
                    <a:ext uri="{9D8B030D-6E8A-4147-A177-3AD203B41FA5}">
                      <a16:colId xmlns:a16="http://schemas.microsoft.com/office/drawing/2014/main" val="20000"/>
                    </a:ext>
                  </a:extLst>
                </a:gridCol>
              </a:tblGrid>
              <a:tr h="0">
                <a:tc>
                  <a:txBody>
                    <a:bodyPr/>
                    <a:lstStyle/>
                    <a:p>
                      <a:r>
                        <a:rPr lang="en-US" sz="1200" b="1" dirty="0">
                          <a:solidFill>
                            <a:srgbClr val="FF0000"/>
                          </a:solidFill>
                        </a:rPr>
                        <a:t> </a:t>
                      </a:r>
                      <a:r>
                        <a:rPr lang="en-US" sz="1800" b="0" kern="1200" dirty="0">
                          <a:solidFill>
                            <a:srgbClr val="FF0000"/>
                          </a:solidFill>
                          <a:latin typeface="+mn-lt"/>
                          <a:ea typeface="+mn-ea"/>
                          <a:cs typeface="+mn-cs"/>
                        </a:rPr>
                        <a:t>http://&lt;Service External IP&gt;:&lt;Port of Service&gt;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051821417"/>
              </p:ext>
            </p:extLst>
          </p:nvPr>
        </p:nvGraphicFramePr>
        <p:xfrm>
          <a:off x="1304416" y="4267200"/>
          <a:ext cx="6478588" cy="370840"/>
        </p:xfrm>
        <a:graphic>
          <a:graphicData uri="http://schemas.openxmlformats.org/drawingml/2006/table">
            <a:tbl>
              <a:tblPr firstRow="1" bandRow="1">
                <a:tableStyleId>{5FD0F851-EC5A-4D38-B0AD-8093EC10F338}</a:tableStyleId>
              </a:tblPr>
              <a:tblGrid>
                <a:gridCol w="6478588">
                  <a:extLst>
                    <a:ext uri="{9D8B030D-6E8A-4147-A177-3AD203B41FA5}">
                      <a16:colId xmlns:a16="http://schemas.microsoft.com/office/drawing/2014/main" val="20000"/>
                    </a:ext>
                  </a:extLst>
                </a:gridCol>
              </a:tblGrid>
              <a:tr h="370840">
                <a:tc>
                  <a:txBody>
                    <a:bodyPr/>
                    <a:lstStyle/>
                    <a:p>
                      <a:pPr marL="0" algn="l" defTabSz="914400" rtl="0" eaLnBrk="1" latinLnBrk="0" hangingPunct="1"/>
                      <a:r>
                        <a:rPr lang="en-US" sz="1800" b="0" kern="1200" dirty="0">
                          <a:solidFill>
                            <a:srgbClr val="FF0000"/>
                          </a:solidFill>
                          <a:latin typeface="+mn-lt"/>
                          <a:ea typeface="+mn-ea"/>
                          <a:cs typeface="+mn-cs"/>
                        </a:rPr>
                        <a:t> http://&lt;Worker node IP&gt;:&lt;Node Port&gt;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45982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379412" y="5232400"/>
            <a:ext cx="10406063" cy="371475"/>
          </a:xfrm>
          <a:prstGeom prst="rect">
            <a:avLst/>
          </a:prstGeom>
        </p:spPr>
        <p:txBody>
          <a:bodyPr/>
          <a:lstStyle/>
          <a:p>
            <a:r>
              <a:rPr lang="en-US" dirty="0"/>
              <a:t>Enter the username and password as provided by Oracle Consulting.</a:t>
            </a:r>
          </a:p>
          <a:p>
            <a:endParaRPr lang="en-US" dirty="0"/>
          </a:p>
        </p:txBody>
      </p:sp>
      <p:sp>
        <p:nvSpPr>
          <p:cNvPr id="7" name="TextBox 6"/>
          <p:cNvSpPr txBox="1"/>
          <p:nvPr/>
        </p:nvSpPr>
        <p:spPr>
          <a:xfrm>
            <a:off x="227012" y="451628"/>
            <a:ext cx="8931277" cy="631935"/>
          </a:xfrm>
          <a:prstGeom prst="rect">
            <a:avLst/>
          </a:prstGeom>
          <a:noFill/>
        </p:spPr>
        <p:txBody>
          <a:bodyPr wrap="square" lIns="0" tIns="0" rIns="0" bIns="0" rtlCol="0">
            <a:noAutofit/>
          </a:bodyPr>
          <a:lstStyle/>
          <a:p>
            <a:pPr>
              <a:lnSpc>
                <a:spcPct val="90000"/>
              </a:lnSpc>
            </a:pPr>
            <a:r>
              <a:rPr lang="en-US" sz="4000" b="1" dirty="0"/>
              <a:t>Jenkins GUI</a:t>
            </a:r>
            <a:r>
              <a:rPr lang="en-US" sz="4000" dirty="0"/>
              <a:t>:</a:t>
            </a:r>
          </a:p>
          <a:p>
            <a:pPr>
              <a:lnSpc>
                <a:spcPct val="90000"/>
              </a:lnSpc>
            </a:pPr>
            <a:endParaRPr lang="en-US" sz="4000" dirty="0"/>
          </a:p>
        </p:txBody>
      </p:sp>
      <p:pic>
        <p:nvPicPr>
          <p:cNvPr id="8" name="Picture 7"/>
          <p:cNvPicPr/>
          <p:nvPr/>
        </p:nvPicPr>
        <p:blipFill rotWithShape="1">
          <a:blip r:embed="rId2"/>
          <a:srcRect l="49246" t="14322"/>
          <a:stretch/>
        </p:blipFill>
        <p:spPr>
          <a:xfrm>
            <a:off x="4247356" y="1340629"/>
            <a:ext cx="2670173" cy="2973462"/>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476535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0" y="609600"/>
            <a:ext cx="11125200" cy="5562600"/>
          </a:xfrm>
          <a:prstGeom prst="rect">
            <a:avLst/>
          </a:prstGeom>
        </p:spPr>
        <p:txBody>
          <a:bodyPr/>
          <a:lstStyle/>
          <a:p>
            <a:pPr marL="342900" indent="-342900" algn="just">
              <a:buFont typeface="Arial" panose="020B0604020202020204" pitchFamily="34" charset="0"/>
              <a:buChar char="•"/>
            </a:pPr>
            <a:r>
              <a:rPr lang="en-US" dirty="0"/>
              <a:t>  </a:t>
            </a:r>
            <a:r>
              <a:rPr lang="en-US" sz="2000" dirty="0"/>
              <a:t>In this ATS GUI we have two option which we highlighted in next slide</a:t>
            </a:r>
          </a:p>
          <a:p>
            <a:pPr lvl="1" algn="just">
              <a:lnSpc>
                <a:spcPct val="100000"/>
              </a:lnSpc>
            </a:pPr>
            <a:endParaRPr lang="en-US" sz="2000" b="1" u="sng" dirty="0">
              <a:solidFill>
                <a:schemeClr val="tx1"/>
              </a:solidFill>
            </a:endParaRPr>
          </a:p>
          <a:p>
            <a:pPr marL="800100" lvl="1" indent="-342900" algn="just">
              <a:lnSpc>
                <a:spcPct val="100000"/>
              </a:lnSpc>
              <a:buFont typeface="Wingdings" panose="05000000000000000000" pitchFamily="2" charset="2"/>
              <a:buChar char="§"/>
            </a:pPr>
            <a:r>
              <a:rPr lang="en-US" sz="2000" b="1" u="sng" dirty="0">
                <a:solidFill>
                  <a:schemeClr val="tx1"/>
                </a:solidFill>
              </a:rPr>
              <a:t>Policy-</a:t>
            </a:r>
            <a:r>
              <a:rPr lang="en-US" sz="2000" b="1" u="sng" dirty="0" err="1">
                <a:solidFill>
                  <a:schemeClr val="tx1"/>
                </a:solidFill>
              </a:rPr>
              <a:t>NewFeatures</a:t>
            </a:r>
            <a:r>
              <a:rPr lang="en-US" sz="2000" b="1" u="sng" dirty="0">
                <a:solidFill>
                  <a:schemeClr val="tx1"/>
                </a:solidFill>
              </a:rPr>
              <a:t>:</a:t>
            </a:r>
            <a:r>
              <a:rPr lang="en-US" sz="2000" b="1" dirty="0">
                <a:solidFill>
                  <a:schemeClr val="tx1"/>
                </a:solidFill>
              </a:rPr>
              <a:t> In this pipeline we have all feature which is released in current ATS version.  </a:t>
            </a:r>
          </a:p>
          <a:p>
            <a:pPr marL="800100" lvl="1" indent="-342900" algn="just">
              <a:lnSpc>
                <a:spcPct val="100000"/>
              </a:lnSpc>
              <a:buFont typeface="Wingdings" panose="05000000000000000000" pitchFamily="2" charset="2"/>
              <a:buChar char="§"/>
            </a:pPr>
            <a:r>
              <a:rPr lang="en-US" sz="2000" b="1" u="sng" dirty="0">
                <a:solidFill>
                  <a:schemeClr val="tx1"/>
                </a:solidFill>
              </a:rPr>
              <a:t>Policy-Performance: </a:t>
            </a:r>
            <a:r>
              <a:rPr lang="en-US" sz="2000" b="1" dirty="0">
                <a:solidFill>
                  <a:schemeClr val="tx1"/>
                </a:solidFill>
              </a:rPr>
              <a:t>In this pipeline we verify the NFs performance test including all the features.</a:t>
            </a:r>
          </a:p>
          <a:p>
            <a:pPr marL="800100" lvl="1" indent="-342900" algn="just">
              <a:lnSpc>
                <a:spcPct val="100000"/>
              </a:lnSpc>
              <a:buFont typeface="Wingdings" panose="05000000000000000000" pitchFamily="2" charset="2"/>
              <a:buChar char="§"/>
            </a:pPr>
            <a:r>
              <a:rPr lang="en-US" sz="2000" b="1" u="sng" dirty="0">
                <a:solidFill>
                  <a:schemeClr val="tx1"/>
                </a:solidFill>
              </a:rPr>
              <a:t>Policy-Regression:</a:t>
            </a:r>
            <a:r>
              <a:rPr lang="en-US" sz="2000" b="1" dirty="0">
                <a:solidFill>
                  <a:schemeClr val="tx1"/>
                </a:solidFill>
              </a:rPr>
              <a:t> In this pipeline we have all feature which were released in all previous version before releasing this current GA Release.</a:t>
            </a:r>
          </a:p>
          <a:p>
            <a:pPr lvl="1" algn="just">
              <a:lnSpc>
                <a:spcPct val="100000"/>
              </a:lnSpc>
            </a:pPr>
            <a:r>
              <a:rPr lang="en-US" sz="2000" b="1" dirty="0">
                <a:solidFill>
                  <a:schemeClr val="tx1"/>
                </a:solidFill>
              </a:rPr>
              <a:t> </a:t>
            </a:r>
          </a:p>
        </p:txBody>
      </p:sp>
    </p:spTree>
    <p:extLst>
      <p:ext uri="{BB962C8B-B14F-4D97-AF65-F5344CB8AC3E}">
        <p14:creationId xmlns:p14="http://schemas.microsoft.com/office/powerpoint/2010/main" val="1688083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t="10883" r="1521" b="14489"/>
          <a:stretch/>
        </p:blipFill>
        <p:spPr>
          <a:xfrm>
            <a:off x="760412" y="1198126"/>
            <a:ext cx="9872635" cy="3754874"/>
          </a:xfrm>
          <a:prstGeom prst="rect">
            <a:avLst/>
          </a:prstGeom>
          <a:ln>
            <a:noFill/>
          </a:ln>
          <a:effectLst>
            <a:outerShdw blurRad="292100" dist="139700" dir="2700000" algn="tl" rotWithShape="0">
              <a:srgbClr val="333333">
                <a:alpha val="65000"/>
              </a:srgbClr>
            </a:outerShdw>
          </a:effectLst>
        </p:spPr>
      </p:pic>
      <p:sp>
        <p:nvSpPr>
          <p:cNvPr id="2" name="TextBox 1"/>
          <p:cNvSpPr txBox="1"/>
          <p:nvPr/>
        </p:nvSpPr>
        <p:spPr>
          <a:xfrm>
            <a:off x="2436812" y="1066800"/>
            <a:ext cx="7867650" cy="762000"/>
          </a:xfrm>
          <a:prstGeom prst="rect">
            <a:avLst/>
          </a:prstGeom>
          <a:noFill/>
        </p:spPr>
        <p:txBody>
          <a:bodyPr wrap="square" lIns="0" tIns="0" rIns="0" bIns="0" rtlCol="0">
            <a:noAutofit/>
          </a:bodyPr>
          <a:lstStyle/>
          <a:p>
            <a:pPr>
              <a:lnSpc>
                <a:spcPct val="90000"/>
              </a:lnSpc>
            </a:pPr>
            <a:endParaRPr lang="en-US" dirty="0">
              <a:ln w="0"/>
              <a:effectLst>
                <a:outerShdw blurRad="38100" dist="19050" dir="2700000" algn="tl" rotWithShape="0">
                  <a:schemeClr val="dk1">
                    <a:alpha val="40000"/>
                  </a:schemeClr>
                </a:outerShdw>
              </a:effectLst>
            </a:endParaRPr>
          </a:p>
        </p:txBody>
      </p:sp>
      <p:sp>
        <p:nvSpPr>
          <p:cNvPr id="3" name="Rectangle 2"/>
          <p:cNvSpPr/>
          <p:nvPr/>
        </p:nvSpPr>
        <p:spPr>
          <a:xfrm>
            <a:off x="760412" y="578465"/>
            <a:ext cx="5021118" cy="369332"/>
          </a:xfrm>
          <a:prstGeom prst="rect">
            <a:avLst/>
          </a:prstGeom>
        </p:spPr>
        <p:txBody>
          <a:bodyPr wrap="none">
            <a:spAutoFit/>
          </a:bodyPr>
          <a:lstStyle/>
          <a:p>
            <a:r>
              <a:rPr lang="en-US" b="1" dirty="0"/>
              <a:t>Click any one of these two option to run test Suite:</a:t>
            </a:r>
            <a:endParaRPr lang="en-US" dirty="0"/>
          </a:p>
        </p:txBody>
      </p:sp>
    </p:spTree>
    <p:extLst>
      <p:ext uri="{BB962C8B-B14F-4D97-AF65-F5344CB8AC3E}">
        <p14:creationId xmlns:p14="http://schemas.microsoft.com/office/powerpoint/2010/main" val="251411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36812" y="1066800"/>
            <a:ext cx="7867650" cy="762000"/>
          </a:xfrm>
          <a:prstGeom prst="rect">
            <a:avLst/>
          </a:prstGeom>
          <a:noFill/>
        </p:spPr>
        <p:txBody>
          <a:bodyPr wrap="square" lIns="0" tIns="0" rIns="0" bIns="0" rtlCol="0">
            <a:noAutofit/>
          </a:bodyPr>
          <a:lstStyle/>
          <a:p>
            <a:pPr>
              <a:lnSpc>
                <a:spcPct val="90000"/>
              </a:lnSpc>
            </a:pPr>
            <a:endParaRPr lang="en-US" dirty="0">
              <a:ln w="0"/>
              <a:effectLst>
                <a:outerShdw blurRad="38100" dist="19050" dir="2700000" algn="tl" rotWithShape="0">
                  <a:schemeClr val="dk1">
                    <a:alpha val="40000"/>
                  </a:schemeClr>
                </a:outerShdw>
              </a:effectLst>
            </a:endParaRPr>
          </a:p>
        </p:txBody>
      </p:sp>
      <p:sp>
        <p:nvSpPr>
          <p:cNvPr id="3" name="Rectangle 2"/>
          <p:cNvSpPr/>
          <p:nvPr/>
        </p:nvSpPr>
        <p:spPr>
          <a:xfrm>
            <a:off x="760412" y="578465"/>
            <a:ext cx="8934305" cy="369332"/>
          </a:xfrm>
          <a:prstGeom prst="rect">
            <a:avLst/>
          </a:prstGeom>
        </p:spPr>
        <p:txBody>
          <a:bodyPr wrap="none">
            <a:spAutoFit/>
          </a:bodyPr>
          <a:lstStyle/>
          <a:p>
            <a:r>
              <a:rPr lang="en-US" b="1" dirty="0"/>
              <a:t>Before executing the test cases you need to check the configuration by clicking on Configure</a:t>
            </a:r>
            <a:endParaRPr lang="en-US" dirty="0"/>
          </a:p>
        </p:txBody>
      </p:sp>
      <p:pic>
        <p:nvPicPr>
          <p:cNvPr id="8" name="Picture 7"/>
          <p:cNvPicPr>
            <a:picLocks noChangeAspect="1"/>
          </p:cNvPicPr>
          <p:nvPr/>
        </p:nvPicPr>
        <p:blipFill>
          <a:blip r:embed="rId2"/>
          <a:stretch>
            <a:fillRect/>
          </a:stretch>
        </p:blipFill>
        <p:spPr>
          <a:xfrm>
            <a:off x="1598612" y="1237673"/>
            <a:ext cx="7924800" cy="47307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7598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36812" y="1066800"/>
            <a:ext cx="7867650" cy="762000"/>
          </a:xfrm>
          <a:prstGeom prst="rect">
            <a:avLst/>
          </a:prstGeom>
          <a:noFill/>
        </p:spPr>
        <p:txBody>
          <a:bodyPr wrap="square" lIns="0" tIns="0" rIns="0" bIns="0" rtlCol="0">
            <a:noAutofit/>
          </a:bodyPr>
          <a:lstStyle/>
          <a:p>
            <a:pPr>
              <a:lnSpc>
                <a:spcPct val="90000"/>
              </a:lnSpc>
            </a:pPr>
            <a:endParaRPr lang="en-US" dirty="0">
              <a:ln w="0"/>
              <a:effectLst>
                <a:outerShdw blurRad="38100" dist="19050" dir="2700000" algn="tl" rotWithShape="0">
                  <a:schemeClr val="dk1">
                    <a:alpha val="40000"/>
                  </a:schemeClr>
                </a:outerShdw>
              </a:effectLst>
            </a:endParaRPr>
          </a:p>
        </p:txBody>
      </p:sp>
      <p:sp>
        <p:nvSpPr>
          <p:cNvPr id="3" name="Rectangle 2"/>
          <p:cNvSpPr/>
          <p:nvPr/>
        </p:nvSpPr>
        <p:spPr>
          <a:xfrm>
            <a:off x="760412" y="578464"/>
            <a:ext cx="10591800" cy="646331"/>
          </a:xfrm>
          <a:prstGeom prst="rect">
            <a:avLst/>
          </a:prstGeom>
        </p:spPr>
        <p:txBody>
          <a:bodyPr wrap="square">
            <a:spAutoFit/>
          </a:bodyPr>
          <a:lstStyle/>
          <a:p>
            <a:r>
              <a:rPr lang="en-US" dirty="0"/>
              <a:t>Once you click on Configure you will see this screen; Then click on Pipeline and change the pipeline parameter then save and apply the changes</a:t>
            </a:r>
          </a:p>
        </p:txBody>
      </p:sp>
      <p:pic>
        <p:nvPicPr>
          <p:cNvPr id="8" name="Picture 7">
            <a:extLst>
              <a:ext uri="{FF2B5EF4-FFF2-40B4-BE49-F238E27FC236}">
                <a16:creationId xmlns:a16="http://schemas.microsoft.com/office/drawing/2014/main" id="{B274122A-2BC1-4E42-B92C-F4B992AD13C4}"/>
              </a:ext>
            </a:extLst>
          </p:cNvPr>
          <p:cNvPicPr>
            <a:picLocks noChangeAspect="1"/>
          </p:cNvPicPr>
          <p:nvPr/>
        </p:nvPicPr>
        <p:blipFill>
          <a:blip r:embed="rId2"/>
          <a:stretch>
            <a:fillRect/>
          </a:stretch>
        </p:blipFill>
        <p:spPr>
          <a:xfrm>
            <a:off x="1598612" y="1522032"/>
            <a:ext cx="9348787" cy="4132974"/>
          </a:xfrm>
          <a:prstGeom prst="rect">
            <a:avLst/>
          </a:prstGeom>
        </p:spPr>
      </p:pic>
    </p:spTree>
    <p:extLst>
      <p:ext uri="{BB962C8B-B14F-4D97-AF65-F5344CB8AC3E}">
        <p14:creationId xmlns:p14="http://schemas.microsoft.com/office/powerpoint/2010/main" val="1399453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1812" y="533400"/>
            <a:ext cx="11201400" cy="874776"/>
          </a:xfrm>
          <a:prstGeom prst="rect">
            <a:avLst/>
          </a:prstGeom>
          <a:noFill/>
        </p:spPr>
        <p:txBody>
          <a:bodyPr wrap="square" lIns="0" tIns="0" rIns="0" bIns="0" rtlCol="0">
            <a:noAutofit/>
          </a:bodyPr>
          <a:lstStyle/>
          <a:p>
            <a:pPr>
              <a:lnSpc>
                <a:spcPct val="90000"/>
              </a:lnSpc>
            </a:pPr>
            <a:endParaRPr lang="en-US" b="1" dirty="0"/>
          </a:p>
          <a:p>
            <a:pPr>
              <a:lnSpc>
                <a:spcPct val="90000"/>
              </a:lnSpc>
            </a:pPr>
            <a:r>
              <a:rPr lang="en-US" b="1" dirty="0"/>
              <a:t>Once you click on save you will see this screen; Then click on build with parameters </a:t>
            </a:r>
          </a:p>
          <a:p>
            <a:pPr>
              <a:lnSpc>
                <a:spcPct val="90000"/>
              </a:lnSpc>
            </a:pPr>
            <a:endParaRPr lang="en-US" b="1" dirty="0"/>
          </a:p>
        </p:txBody>
      </p:sp>
      <p:pic>
        <p:nvPicPr>
          <p:cNvPr id="3" name="Picture 2"/>
          <p:cNvPicPr>
            <a:picLocks noChangeAspect="1"/>
          </p:cNvPicPr>
          <p:nvPr/>
        </p:nvPicPr>
        <p:blipFill rotWithShape="1">
          <a:blip r:embed="rId2"/>
          <a:srcRect r="628" b="746"/>
          <a:stretch/>
        </p:blipFill>
        <p:spPr>
          <a:xfrm>
            <a:off x="1217612" y="1295400"/>
            <a:ext cx="9048750" cy="50673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02781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666" t="1974" r="3333" b="6040"/>
          <a:stretch/>
        </p:blipFill>
        <p:spPr>
          <a:xfrm>
            <a:off x="566800" y="2057400"/>
            <a:ext cx="10972800" cy="4178745"/>
          </a:xfrm>
          <a:prstGeom prst="rect">
            <a:avLst/>
          </a:prstGeom>
          <a:ln>
            <a:noFill/>
          </a:ln>
          <a:effectLst>
            <a:outerShdw blurRad="292100" dist="139700" dir="2700000" algn="tl" rotWithShape="0">
              <a:srgbClr val="333333">
                <a:alpha val="65000"/>
              </a:srgbClr>
            </a:outerShdw>
          </a:effectLst>
        </p:spPr>
      </p:pic>
      <p:sp>
        <p:nvSpPr>
          <p:cNvPr id="8" name="Text Placeholder 2"/>
          <p:cNvSpPr txBox="1">
            <a:spLocks/>
          </p:cNvSpPr>
          <p:nvPr/>
        </p:nvSpPr>
        <p:spPr>
          <a:xfrm>
            <a:off x="379412" y="70041"/>
            <a:ext cx="11125200" cy="1219200"/>
          </a:xfrm>
          <a:prstGeom prst="rect">
            <a:avLst/>
          </a:prstGeom>
        </p:spPr>
        <p:txBody>
          <a:bodyPr vert="horz" lIns="0" tIns="0" rIns="0" bIns="0" rtlCol="0" anchor="t">
            <a:noAutofit/>
          </a:bodyPr>
          <a:lstStyle>
            <a:lvl1pPr marL="0" indent="0" algn="l" defTabSz="914400" rtl="0" eaLnBrk="1" latinLnBrk="0" hangingPunct="1">
              <a:lnSpc>
                <a:spcPct val="90000"/>
              </a:lnSpc>
              <a:spcBef>
                <a:spcPts val="0"/>
              </a:spcBef>
              <a:buClr>
                <a:schemeClr val="tx1">
                  <a:lumMod val="60000"/>
                  <a:lumOff val="40000"/>
                </a:schemeClr>
              </a:buClr>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800"/>
              </a:spcBef>
              <a:buClr>
                <a:schemeClr val="tx1">
                  <a:lumMod val="60000"/>
                  <a:lumOff val="40000"/>
                </a:schemeClr>
              </a:buClr>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600"/>
              </a:spcBef>
              <a:buClr>
                <a:schemeClr val="tx1">
                  <a:lumMod val="60000"/>
                  <a:lumOff val="40000"/>
                </a:schemeClr>
              </a:buClr>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600"/>
              </a:spcBef>
              <a:buClr>
                <a:schemeClr val="tx1">
                  <a:lumMod val="60000"/>
                  <a:lumOff val="40000"/>
                </a:schemeClr>
              </a:buClr>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600"/>
              </a:spcBef>
              <a:buClr>
                <a:schemeClr val="tx1">
                  <a:lumMod val="60000"/>
                  <a:lumOff val="40000"/>
                </a:schemeClr>
              </a:buClr>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600"/>
              </a:spcBef>
              <a:buClr>
                <a:schemeClr val="tx1">
                  <a:lumMod val="60000"/>
                  <a:lumOff val="40000"/>
                </a:schemeClr>
              </a:buClr>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600"/>
              </a:spcBef>
              <a:buClr>
                <a:schemeClr val="tx1">
                  <a:lumMod val="60000"/>
                  <a:lumOff val="40000"/>
                </a:schemeClr>
              </a:buClr>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600"/>
              </a:spcBef>
              <a:buClr>
                <a:schemeClr val="tx1">
                  <a:lumMod val="60000"/>
                  <a:lumOff val="40000"/>
                </a:schemeClr>
              </a:buClr>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600"/>
              </a:spcBef>
              <a:buClr>
                <a:schemeClr val="tx1">
                  <a:lumMod val="60000"/>
                  <a:lumOff val="40000"/>
                </a:schemeClr>
              </a:buClr>
              <a:buFont typeface="Arial" panose="020B0604020202020204" pitchFamily="34" charset="0"/>
              <a:buNone/>
              <a:defRPr sz="1400" kern="1200">
                <a:solidFill>
                  <a:schemeClr val="tx1">
                    <a:tint val="75000"/>
                  </a:schemeClr>
                </a:solidFill>
                <a:latin typeface="+mn-lt"/>
                <a:ea typeface="+mn-ea"/>
                <a:cs typeface="+mn-cs"/>
              </a:defRPr>
            </a:lvl9pPr>
          </a:lstStyle>
          <a:p>
            <a:endParaRPr lang="en-US" sz="2000" dirty="0"/>
          </a:p>
          <a:p>
            <a:r>
              <a:rPr lang="en-US" sz="2000" dirty="0"/>
              <a:t>Once you click on build with parameter you will see this screen; From </a:t>
            </a:r>
            <a:r>
              <a:rPr lang="en-US" sz="2000" dirty="0" err="1"/>
              <a:t>select_option</a:t>
            </a:r>
            <a:r>
              <a:rPr lang="en-US" sz="2000" dirty="0"/>
              <a:t> user can either choose All or Single/Multiple Features. If user choose all then and click on build then all the test cases start running and if user choose Single/Multiple Features then user can select particular test case to run. Lets try running with particular test case </a:t>
            </a:r>
          </a:p>
          <a:p>
            <a:r>
              <a:rPr lang="en-US" dirty="0"/>
              <a:t> </a:t>
            </a:r>
          </a:p>
        </p:txBody>
      </p:sp>
    </p:spTree>
    <p:extLst>
      <p:ext uri="{BB962C8B-B14F-4D97-AF65-F5344CB8AC3E}">
        <p14:creationId xmlns:p14="http://schemas.microsoft.com/office/powerpoint/2010/main" val="4173809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l="-740" t="1587" r="832" b="4762"/>
          <a:stretch/>
        </p:blipFill>
        <p:spPr>
          <a:xfrm>
            <a:off x="684212" y="1676400"/>
            <a:ext cx="10210800" cy="4462498"/>
          </a:xfrm>
          <a:prstGeom prst="rect">
            <a:avLst/>
          </a:prstGeom>
          <a:ln>
            <a:noFill/>
          </a:ln>
          <a:effectLst>
            <a:outerShdw blurRad="292100" dist="139700" dir="2700000" algn="tl" rotWithShape="0">
              <a:srgbClr val="333333">
                <a:alpha val="65000"/>
              </a:srgbClr>
            </a:outerShdw>
          </a:effectLst>
        </p:spPr>
      </p:pic>
      <p:sp>
        <p:nvSpPr>
          <p:cNvPr id="2" name="TextBox 1"/>
          <p:cNvSpPr txBox="1"/>
          <p:nvPr/>
        </p:nvSpPr>
        <p:spPr>
          <a:xfrm>
            <a:off x="684212" y="685800"/>
            <a:ext cx="9229725" cy="533400"/>
          </a:xfrm>
          <a:prstGeom prst="rect">
            <a:avLst/>
          </a:prstGeom>
          <a:noFill/>
        </p:spPr>
        <p:txBody>
          <a:bodyPr wrap="square" lIns="0" tIns="0" rIns="0" bIns="0" rtlCol="0">
            <a:noAutofit/>
          </a:bodyPr>
          <a:lstStyle/>
          <a:p>
            <a:pPr>
              <a:lnSpc>
                <a:spcPct val="90000"/>
              </a:lnSpc>
            </a:pPr>
            <a:r>
              <a:rPr lang="en-US" b="1" dirty="0"/>
              <a:t>User can see running test case output by clicking on console output as shown in below screen.</a:t>
            </a:r>
          </a:p>
          <a:p>
            <a:pPr>
              <a:lnSpc>
                <a:spcPct val="90000"/>
              </a:lnSpc>
            </a:pPr>
            <a:endParaRPr lang="en-US" dirty="0"/>
          </a:p>
        </p:txBody>
      </p:sp>
    </p:spTree>
    <p:extLst>
      <p:ext uri="{BB962C8B-B14F-4D97-AF65-F5344CB8AC3E}">
        <p14:creationId xmlns:p14="http://schemas.microsoft.com/office/powerpoint/2010/main" val="292775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0" y="1447800"/>
            <a:ext cx="7239000" cy="304800"/>
          </a:xfrm>
          <a:prstGeom prst="rect">
            <a:avLst/>
          </a:prstGeom>
        </p:spPr>
        <p:txBody>
          <a:bodyPr/>
          <a:lstStyle/>
          <a:p>
            <a:r>
              <a:rPr lang="en-US" sz="2000" dirty="0"/>
              <a:t>After test case are successfully run then user get the below output. </a:t>
            </a:r>
          </a:p>
        </p:txBody>
      </p:sp>
      <p:sp>
        <p:nvSpPr>
          <p:cNvPr id="5" name="Slide Number Placeholder 4"/>
          <p:cNvSpPr>
            <a:spLocks noGrp="1"/>
          </p:cNvSpPr>
          <p:nvPr>
            <p:ph type="sldNum" sz="quarter" idx="4294967295"/>
          </p:nvPr>
        </p:nvSpPr>
        <p:spPr>
          <a:xfrm>
            <a:off x="11807825" y="6556375"/>
            <a:ext cx="381000" cy="182563"/>
          </a:xfrm>
          <a:prstGeom prst="rect">
            <a:avLst/>
          </a:prstGeom>
        </p:spPr>
        <p:txBody>
          <a:bodyPr/>
          <a:lstStyle/>
          <a:p>
            <a:endParaRPr lang="en-US" dirty="0"/>
          </a:p>
        </p:txBody>
      </p:sp>
      <p:pic>
        <p:nvPicPr>
          <p:cNvPr id="6" name="Picture 5"/>
          <p:cNvPicPr>
            <a:picLocks noChangeAspect="1"/>
          </p:cNvPicPr>
          <p:nvPr/>
        </p:nvPicPr>
        <p:blipFill>
          <a:blip r:embed="rId2"/>
          <a:stretch>
            <a:fillRect/>
          </a:stretch>
        </p:blipFill>
        <p:spPr>
          <a:xfrm>
            <a:off x="1538288" y="2057400"/>
            <a:ext cx="8015286" cy="17526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38366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5612" y="406400"/>
            <a:ext cx="11125200" cy="596900"/>
          </a:xfrm>
          <a:prstGeom prst="rect">
            <a:avLst/>
          </a:prstGeom>
        </p:spPr>
        <p:txBody>
          <a:bodyPr/>
          <a:lstStyle/>
          <a:p>
            <a:r>
              <a:rPr lang="en-US" dirty="0"/>
              <a:t>NF Pipelines</a:t>
            </a:r>
          </a:p>
        </p:txBody>
      </p:sp>
      <p:sp>
        <p:nvSpPr>
          <p:cNvPr id="9" name="Content Placeholder 8"/>
          <p:cNvSpPr>
            <a:spLocks noGrp="1"/>
          </p:cNvSpPr>
          <p:nvPr>
            <p:ph idx="4294967295"/>
          </p:nvPr>
        </p:nvSpPr>
        <p:spPr>
          <a:xfrm>
            <a:off x="455612" y="1003300"/>
            <a:ext cx="11125200" cy="5473700"/>
          </a:xfrm>
          <a:prstGeom prst="rect">
            <a:avLst/>
          </a:prstGeom>
        </p:spPr>
        <p:txBody>
          <a:bodyPr/>
          <a:lstStyle/>
          <a:p>
            <a:pPr marL="0" indent="0">
              <a:buNone/>
            </a:pPr>
            <a:r>
              <a:rPr lang="en-US" sz="1700" b="1" dirty="0">
                <a:latin typeface="Oracle Sans Light" panose="020B0403020204020204" pitchFamily="34" charset="0"/>
                <a:cs typeface="Oracle Sans Light" panose="020B0403020204020204" pitchFamily="34" charset="0"/>
              </a:rPr>
              <a:t>ATS Jenkins Screen :</a:t>
            </a:r>
          </a:p>
          <a:p>
            <a:r>
              <a:rPr lang="en-US" sz="1500" dirty="0">
                <a:latin typeface="Oracle Sans Light" panose="020B0403020204020204" pitchFamily="34" charset="0"/>
                <a:cs typeface="Oracle Sans Light" panose="020B0403020204020204" pitchFamily="34" charset="0"/>
              </a:rPr>
              <a:t>Click NF-</a:t>
            </a:r>
            <a:r>
              <a:rPr lang="en-US" sz="1500" dirty="0" err="1">
                <a:latin typeface="Oracle Sans Light" panose="020B0403020204020204" pitchFamily="34" charset="0"/>
                <a:cs typeface="Oracle Sans Light" panose="020B0403020204020204" pitchFamily="34" charset="0"/>
              </a:rPr>
              <a:t>NewFeatures</a:t>
            </a:r>
            <a:r>
              <a:rPr lang="en-US" sz="1500" dirty="0">
                <a:latin typeface="Oracle Sans Light" panose="020B0403020204020204" pitchFamily="34" charset="0"/>
                <a:cs typeface="Oracle Sans Light" panose="020B0403020204020204" pitchFamily="34" charset="0"/>
              </a:rPr>
              <a:t> in the name column. Following screen appears</a:t>
            </a:r>
            <a:endParaRPr lang="en-US" sz="1500" dirty="0"/>
          </a:p>
          <a:p>
            <a:pPr marL="0" indent="0">
              <a:buNone/>
            </a:pPr>
            <a:r>
              <a:rPr lang="en-US" dirty="0"/>
              <a:t>     </a:t>
            </a:r>
          </a:p>
          <a:p>
            <a:pPr marL="0" indent="0">
              <a:buNone/>
            </a:pPr>
            <a:endParaRPr lang="en-US" dirty="0"/>
          </a:p>
          <a:p>
            <a:pPr marL="0" indent="0">
              <a:buNone/>
            </a:pPr>
            <a:endParaRPr lang="en-US" dirty="0"/>
          </a:p>
          <a:p>
            <a:pPr marL="0" indent="0">
              <a:buNone/>
            </a:pPr>
            <a:endParaRPr lang="en-US" sz="1500" dirty="0"/>
          </a:p>
          <a:p>
            <a:pPr marL="0" indent="0">
              <a:buNone/>
            </a:pPr>
            <a:endParaRPr lang="en-US" sz="1500" dirty="0">
              <a:latin typeface="Oracle Sans Light" panose="020B0403020204020204" pitchFamily="34" charset="0"/>
              <a:cs typeface="Oracle Sans Light" panose="020B0403020204020204" pitchFamily="34" charset="0"/>
            </a:endParaRPr>
          </a:p>
          <a:p>
            <a:r>
              <a:rPr lang="en-US" sz="1500" dirty="0">
                <a:latin typeface="Oracle Sans Light" panose="020B0403020204020204" pitchFamily="34" charset="0"/>
                <a:cs typeface="Oracle Sans Light" panose="020B0403020204020204" pitchFamily="34" charset="0"/>
              </a:rPr>
              <a:t>   Click NF-Regression in the name column. Following screen appears</a:t>
            </a:r>
            <a:endParaRPr lang="en-US" sz="1500" dirty="0"/>
          </a:p>
          <a:p>
            <a:pPr marL="0" indent="0">
              <a:buNone/>
            </a:pPr>
            <a:endParaRPr lang="en-US" dirty="0"/>
          </a:p>
        </p:txBody>
      </p:sp>
      <p:pic>
        <p:nvPicPr>
          <p:cNvPr id="6" name="Picture 5"/>
          <p:cNvPicPr>
            <a:picLocks noChangeAspect="1"/>
          </p:cNvPicPr>
          <p:nvPr/>
        </p:nvPicPr>
        <p:blipFill>
          <a:blip r:embed="rId2"/>
          <a:stretch>
            <a:fillRect/>
          </a:stretch>
        </p:blipFill>
        <p:spPr>
          <a:xfrm>
            <a:off x="1653990" y="1899335"/>
            <a:ext cx="6477000" cy="1910666"/>
          </a:xfrm>
          <a:prstGeom prst="rect">
            <a:avLst/>
          </a:prstGeom>
        </p:spPr>
      </p:pic>
      <p:pic>
        <p:nvPicPr>
          <p:cNvPr id="7" name="Picture 6"/>
          <p:cNvPicPr>
            <a:picLocks noChangeAspect="1"/>
          </p:cNvPicPr>
          <p:nvPr/>
        </p:nvPicPr>
        <p:blipFill>
          <a:blip r:embed="rId3"/>
          <a:stretch>
            <a:fillRect/>
          </a:stretch>
        </p:blipFill>
        <p:spPr>
          <a:xfrm>
            <a:off x="1577790" y="4490418"/>
            <a:ext cx="6553200" cy="1676400"/>
          </a:xfrm>
          <a:prstGeom prst="rect">
            <a:avLst/>
          </a:prstGeom>
        </p:spPr>
      </p:pic>
    </p:spTree>
    <p:extLst>
      <p:ext uri="{BB962C8B-B14F-4D97-AF65-F5344CB8AC3E}">
        <p14:creationId xmlns:p14="http://schemas.microsoft.com/office/powerpoint/2010/main" val="2089523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97819" y="367284"/>
            <a:ext cx="11125200" cy="596900"/>
          </a:xfrm>
          <a:prstGeom prst="rect">
            <a:avLst/>
          </a:prstGeom>
        </p:spPr>
        <p:txBody>
          <a:bodyPr/>
          <a:lstStyle/>
          <a:p>
            <a:r>
              <a:rPr lang="en-US" dirty="0"/>
              <a:t>Documentation Links</a:t>
            </a:r>
          </a:p>
        </p:txBody>
      </p:sp>
      <p:sp>
        <p:nvSpPr>
          <p:cNvPr id="11" name="Content Placeholder 10"/>
          <p:cNvSpPr>
            <a:spLocks noGrp="1"/>
          </p:cNvSpPr>
          <p:nvPr>
            <p:ph idx="4294967295"/>
          </p:nvPr>
        </p:nvSpPr>
        <p:spPr>
          <a:xfrm>
            <a:off x="303212" y="964184"/>
            <a:ext cx="11125200" cy="4876800"/>
          </a:xfrm>
          <a:prstGeom prst="rect">
            <a:avLst/>
          </a:prstGeom>
        </p:spPr>
        <p:txBody>
          <a:bodyPr/>
          <a:lstStyle/>
          <a:p>
            <a:pPr marL="0" indent="0">
              <a:buNone/>
            </a:pPr>
            <a:r>
              <a:rPr lang="en-US" sz="1600" b="1" dirty="0">
                <a:latin typeface="Oracle Sans Light" panose="020B0403020204020204" pitchFamily="34" charset="0"/>
                <a:cs typeface="Oracle Sans Light" panose="020B0403020204020204" pitchFamily="34" charset="0"/>
              </a:rPr>
              <a:t>ATS Jenkins Screen :</a:t>
            </a:r>
          </a:p>
          <a:p>
            <a:pPr>
              <a:buFont typeface="Wingdings" panose="05000000000000000000" pitchFamily="2" charset="2"/>
              <a:buChar char="§"/>
            </a:pPr>
            <a:r>
              <a:rPr lang="en-US" sz="1500" dirty="0">
                <a:latin typeface="Oracle Sans" panose="020B0503020204020204" pitchFamily="34" charset="0"/>
                <a:cs typeface="Oracle Sans" panose="020B0503020204020204" pitchFamily="34" charset="0"/>
              </a:rPr>
              <a:t>Click Documentation on the left inside NF New Features pipeline. Following screen appears which includes all the New Feature TC’s detailed explanation</a:t>
            </a:r>
          </a:p>
          <a:p>
            <a:pPr marL="342900" indent="-342900">
              <a:buAutoNum type="arabicPeriod"/>
            </a:pPr>
            <a:endParaRPr lang="en-US" sz="1700" dirty="0">
              <a:latin typeface="Oracle Sans" panose="020B0503020204020204" pitchFamily="34" charset="0"/>
              <a:cs typeface="Oracle Sans" panose="020B0503020204020204" pitchFamily="34" charset="0"/>
            </a:endParaRPr>
          </a:p>
          <a:p>
            <a:pPr marL="0" indent="0">
              <a:buNone/>
            </a:pPr>
            <a:endParaRPr lang="en-US" sz="1700" dirty="0">
              <a:latin typeface="Oracle Sans" panose="020B0503020204020204" pitchFamily="34" charset="0"/>
              <a:cs typeface="Oracle Sans" panose="020B0503020204020204" pitchFamily="34" charset="0"/>
            </a:endParaRPr>
          </a:p>
          <a:p>
            <a:pPr marL="0" indent="0">
              <a:buNone/>
            </a:pPr>
            <a:endParaRPr lang="en-US" sz="1700" dirty="0">
              <a:latin typeface="Oracle Sans" panose="020B0503020204020204" pitchFamily="34" charset="0"/>
              <a:cs typeface="Oracle Sans" panose="020B0503020204020204" pitchFamily="34" charset="0"/>
            </a:endParaRPr>
          </a:p>
          <a:p>
            <a:pPr marL="0" indent="0">
              <a:buNone/>
            </a:pPr>
            <a:endParaRPr lang="en-US" sz="1700" dirty="0">
              <a:latin typeface="Oracle Sans" panose="020B0503020204020204" pitchFamily="34" charset="0"/>
              <a:cs typeface="Oracle Sans" panose="020B0503020204020204" pitchFamily="34" charset="0"/>
            </a:endParaRPr>
          </a:p>
          <a:p>
            <a:pPr marL="0" indent="0">
              <a:buNone/>
            </a:pPr>
            <a:endParaRPr lang="en-US" sz="1700" dirty="0">
              <a:latin typeface="Oracle Sans" panose="020B0503020204020204" pitchFamily="34" charset="0"/>
              <a:cs typeface="Oracle Sans" panose="020B0503020204020204" pitchFamily="34" charset="0"/>
            </a:endParaRPr>
          </a:p>
          <a:p>
            <a:pPr marL="0" indent="0">
              <a:buNone/>
            </a:pPr>
            <a:endParaRPr lang="en-US" sz="1700" dirty="0">
              <a:latin typeface="Oracle Sans" panose="020B0503020204020204" pitchFamily="34" charset="0"/>
              <a:cs typeface="Oracle Sans" panose="020B0503020204020204" pitchFamily="34" charset="0"/>
            </a:endParaRPr>
          </a:p>
          <a:p>
            <a:pPr marL="0" indent="0">
              <a:buNone/>
            </a:pPr>
            <a:endParaRPr lang="en-US" sz="1700" dirty="0">
              <a:latin typeface="Oracle Sans" panose="020B0503020204020204" pitchFamily="34" charset="0"/>
              <a:cs typeface="Oracle Sans" panose="020B0503020204020204" pitchFamily="34" charset="0"/>
            </a:endParaRPr>
          </a:p>
          <a:p>
            <a:pPr marL="0" indent="0">
              <a:buNone/>
            </a:pPr>
            <a:endParaRPr lang="en-US" sz="1700" dirty="0">
              <a:latin typeface="Oracle Sans" panose="020B0503020204020204" pitchFamily="34" charset="0"/>
              <a:cs typeface="Oracle Sans" panose="020B0503020204020204" pitchFamily="34" charset="0"/>
            </a:endParaRPr>
          </a:p>
        </p:txBody>
      </p:sp>
      <p:pic>
        <p:nvPicPr>
          <p:cNvPr id="13" name="Picture 12"/>
          <p:cNvPicPr>
            <a:picLocks noChangeAspect="1"/>
          </p:cNvPicPr>
          <p:nvPr/>
        </p:nvPicPr>
        <p:blipFill>
          <a:blip r:embed="rId2"/>
          <a:stretch>
            <a:fillRect/>
          </a:stretch>
        </p:blipFill>
        <p:spPr>
          <a:xfrm>
            <a:off x="2513012" y="1828800"/>
            <a:ext cx="6916618" cy="47244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189060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7012" y="533400"/>
            <a:ext cx="11277600" cy="954107"/>
          </a:xfrm>
          <a:prstGeom prst="rect">
            <a:avLst/>
          </a:prstGeom>
        </p:spPr>
        <p:txBody>
          <a:bodyPr wrap="square">
            <a:spAutoFit/>
          </a:bodyPr>
          <a:lstStyle/>
          <a:p>
            <a:pPr>
              <a:buFont typeface="Wingdings" panose="05000000000000000000" pitchFamily="2" charset="2"/>
              <a:buChar char="§"/>
            </a:pPr>
            <a:r>
              <a:rPr lang="en-US" dirty="0">
                <a:latin typeface="Oracle Sans" panose="020B0503020204020204" pitchFamily="34" charset="0"/>
                <a:cs typeface="Oracle Sans" panose="020B0503020204020204" pitchFamily="34" charset="0"/>
              </a:rPr>
              <a:t>Similarly, Click Documentation on the left inside of NF Regression pipeline. Following screen appears which includes all the  Regression TC’s detailed explanation</a:t>
            </a:r>
          </a:p>
          <a:p>
            <a:endParaRPr lang="en-US" sz="2000" dirty="0">
              <a:latin typeface="Oracle Sans" panose="020B0503020204020204" pitchFamily="34" charset="0"/>
              <a:cs typeface="Oracle Sans" panose="020B0503020204020204" pitchFamily="34" charset="0"/>
            </a:endParaRPr>
          </a:p>
        </p:txBody>
      </p:sp>
      <p:pic>
        <p:nvPicPr>
          <p:cNvPr id="4" name="Picture 3"/>
          <p:cNvPicPr>
            <a:picLocks noChangeAspect="1"/>
          </p:cNvPicPr>
          <p:nvPr/>
        </p:nvPicPr>
        <p:blipFill>
          <a:blip r:embed="rId2"/>
          <a:stretch>
            <a:fillRect/>
          </a:stretch>
        </p:blipFill>
        <p:spPr>
          <a:xfrm>
            <a:off x="2436812" y="1505795"/>
            <a:ext cx="5486400" cy="44958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61700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91896" y="406400"/>
            <a:ext cx="11125200" cy="596900"/>
          </a:xfrm>
          <a:prstGeom prst="rect">
            <a:avLst/>
          </a:prstGeom>
        </p:spPr>
        <p:txBody>
          <a:bodyPr/>
          <a:lstStyle/>
          <a:p>
            <a:r>
              <a:rPr lang="en-US" dirty="0"/>
              <a:t>Detailed Explanation of Test Cases</a:t>
            </a:r>
          </a:p>
        </p:txBody>
      </p:sp>
      <p:sp>
        <p:nvSpPr>
          <p:cNvPr id="9" name="Content Placeholder 8"/>
          <p:cNvSpPr>
            <a:spLocks noGrp="1"/>
          </p:cNvSpPr>
          <p:nvPr>
            <p:ph idx="4294967295"/>
          </p:nvPr>
        </p:nvSpPr>
        <p:spPr>
          <a:xfrm>
            <a:off x="227012" y="1003300"/>
            <a:ext cx="11125200" cy="5473700"/>
          </a:xfrm>
          <a:prstGeom prst="rect">
            <a:avLst/>
          </a:prstGeom>
        </p:spPr>
        <p:txBody>
          <a:bodyPr/>
          <a:lstStyle/>
          <a:p>
            <a:pPr marL="0" indent="0">
              <a:buNone/>
            </a:pPr>
            <a:r>
              <a:rPr lang="en-US" sz="1700" b="1" dirty="0">
                <a:latin typeface="Oracle Sans Light" panose="020B0403020204020204" pitchFamily="34" charset="0"/>
                <a:cs typeface="Oracle Sans Light" panose="020B0403020204020204" pitchFamily="34" charset="0"/>
              </a:rPr>
              <a:t>ATS Jenkins Screen :</a:t>
            </a:r>
          </a:p>
          <a:p>
            <a:pPr>
              <a:buFont typeface="Wingdings" panose="05000000000000000000" pitchFamily="2" charset="2"/>
              <a:buChar char="§"/>
            </a:pPr>
            <a:r>
              <a:rPr lang="en-US" sz="1500" b="1" dirty="0">
                <a:latin typeface="Oracle Sans Light" panose="020B0403020204020204" pitchFamily="34" charset="0"/>
                <a:cs typeface="Oracle Sans Light" panose="020B0403020204020204" pitchFamily="34" charset="0"/>
              </a:rPr>
              <a:t> </a:t>
            </a:r>
            <a:r>
              <a:rPr lang="en-US" sz="1500" dirty="0">
                <a:latin typeface="Oracle Sans Light" panose="020B0403020204020204" pitchFamily="34" charset="0"/>
                <a:cs typeface="Oracle Sans Light" panose="020B0403020204020204" pitchFamily="34" charset="0"/>
              </a:rPr>
              <a:t>For NF New Features and NF Regression, click on any Test Cases Link and the following screen will appear which consists of detailed scenario of each case for New Features and Regression respectively</a:t>
            </a:r>
          </a:p>
          <a:p>
            <a:pPr marL="0" indent="0">
              <a:buNone/>
            </a:pPr>
            <a:r>
              <a:rPr lang="en-US" sz="1700" dirty="0">
                <a:latin typeface="Oracle Sans Light" panose="020B0403020204020204" pitchFamily="34" charset="0"/>
                <a:cs typeface="Oracle Sans Light" panose="020B0403020204020204" pitchFamily="34" charset="0"/>
              </a:rPr>
              <a:t>       </a:t>
            </a:r>
            <a:endParaRPr lang="en-US" sz="2000" dirty="0"/>
          </a:p>
          <a:p>
            <a:pPr marL="0" indent="0">
              <a:buNone/>
            </a:pPr>
            <a:r>
              <a:rPr lang="en-US" dirty="0"/>
              <a:t>     </a:t>
            </a:r>
          </a:p>
          <a:p>
            <a:pPr marL="0" indent="0">
              <a:buNone/>
            </a:pPr>
            <a:endParaRPr lang="en-US" dirty="0"/>
          </a:p>
          <a:p>
            <a:pPr marL="0" indent="0">
              <a:buNone/>
            </a:pPr>
            <a:endParaRPr lang="en-US" dirty="0"/>
          </a:p>
          <a:p>
            <a:pPr marL="0" indent="0">
              <a:buNone/>
            </a:pPr>
            <a:endParaRPr lang="en-US" sz="1500" dirty="0">
              <a:latin typeface="Oracle Sans Light" panose="020B0403020204020204" pitchFamily="34" charset="0"/>
              <a:cs typeface="Oracle Sans Light" panose="020B0403020204020204" pitchFamily="34" charset="0"/>
            </a:endParaRPr>
          </a:p>
          <a:p>
            <a:pPr marL="0" indent="0">
              <a:buNone/>
            </a:pPr>
            <a:endParaRPr lang="en-US" sz="1500" dirty="0"/>
          </a:p>
        </p:txBody>
      </p:sp>
      <p:pic>
        <p:nvPicPr>
          <p:cNvPr id="3" name="Picture 2"/>
          <p:cNvPicPr>
            <a:picLocks noChangeAspect="1"/>
          </p:cNvPicPr>
          <p:nvPr/>
        </p:nvPicPr>
        <p:blipFill>
          <a:blip r:embed="rId2"/>
          <a:stretch>
            <a:fillRect/>
          </a:stretch>
        </p:blipFill>
        <p:spPr>
          <a:xfrm>
            <a:off x="2157855" y="2209800"/>
            <a:ext cx="5899007" cy="1860274"/>
          </a:xfrm>
          <a:prstGeom prst="rect">
            <a:avLst/>
          </a:prstGeom>
        </p:spPr>
      </p:pic>
      <p:pic>
        <p:nvPicPr>
          <p:cNvPr id="11" name="Picture 10"/>
          <p:cNvPicPr>
            <a:picLocks noChangeAspect="1"/>
          </p:cNvPicPr>
          <p:nvPr/>
        </p:nvPicPr>
        <p:blipFill>
          <a:blip r:embed="rId3"/>
          <a:stretch>
            <a:fillRect/>
          </a:stretch>
        </p:blipFill>
        <p:spPr>
          <a:xfrm>
            <a:off x="2157856" y="4495800"/>
            <a:ext cx="5899007" cy="1815934"/>
          </a:xfrm>
          <a:prstGeom prst="rect">
            <a:avLst/>
          </a:prstGeom>
        </p:spPr>
      </p:pic>
    </p:spTree>
    <p:extLst>
      <p:ext uri="{BB962C8B-B14F-4D97-AF65-F5344CB8AC3E}">
        <p14:creationId xmlns:p14="http://schemas.microsoft.com/office/powerpoint/2010/main" val="1951275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2847" y="565718"/>
            <a:ext cx="11125200" cy="619125"/>
          </a:xfrm>
          <a:prstGeom prst="rect">
            <a:avLst/>
          </a:prstGeom>
        </p:spPr>
        <p:txBody>
          <a:bodyPr/>
          <a:lstStyle/>
          <a:p>
            <a:r>
              <a:rPr lang="en-US" sz="4000" b="1" dirty="0">
                <a:solidFill>
                  <a:schemeClr val="tx2"/>
                </a:solidFill>
              </a:rPr>
              <a:t>Schedule</a:t>
            </a:r>
            <a:r>
              <a:rPr lang="en-US" dirty="0">
                <a:solidFill>
                  <a:schemeClr val="tx2"/>
                </a:solidFill>
              </a:rPr>
              <a:t> </a:t>
            </a:r>
            <a:r>
              <a:rPr lang="en-US" sz="4000" dirty="0">
                <a:solidFill>
                  <a:schemeClr val="tx2"/>
                </a:solidFill>
              </a:rPr>
              <a:t>a </a:t>
            </a:r>
            <a:r>
              <a:rPr lang="en-US" sz="4000" b="1" dirty="0">
                <a:solidFill>
                  <a:schemeClr val="tx2"/>
                </a:solidFill>
              </a:rPr>
              <a:t>Run</a:t>
            </a:r>
          </a:p>
        </p:txBody>
      </p:sp>
      <p:sp>
        <p:nvSpPr>
          <p:cNvPr id="6" name="Rectangle 5">
            <a:extLst>
              <a:ext uri="{FF2B5EF4-FFF2-40B4-BE49-F238E27FC236}">
                <a16:creationId xmlns:a16="http://schemas.microsoft.com/office/drawing/2014/main" id="{A56031B5-B901-CF4B-B552-D71E76D120CA}"/>
              </a:ext>
            </a:extLst>
          </p:cNvPr>
          <p:cNvSpPr/>
          <p:nvPr/>
        </p:nvSpPr>
        <p:spPr>
          <a:xfrm>
            <a:off x="491223" y="1371600"/>
            <a:ext cx="4895859" cy="710451"/>
          </a:xfrm>
          <a:prstGeom prst="rect">
            <a:avLst/>
          </a:prstGeom>
        </p:spPr>
        <p:txBody>
          <a:bodyPr wrap="square">
            <a:spAutoFit/>
          </a:bodyPr>
          <a:lstStyle/>
          <a:p>
            <a:pPr marL="342900" indent="-342900">
              <a:spcAft>
                <a:spcPts val="467"/>
              </a:spcAft>
              <a:buFont typeface="Arial" panose="020B0604020202020204" pitchFamily="34" charset="0"/>
              <a:buChar char="•"/>
            </a:pPr>
            <a:endParaRPr lang="en-US" dirty="0">
              <a:latin typeface="Oracle Sans" panose="020B0503020204020204" pitchFamily="34" charset="0"/>
              <a:ea typeface="Oracle Sans" panose="020B0503020204020204" pitchFamily="34" charset="0"/>
              <a:cs typeface="Times New Roman" panose="02020603050405020304" pitchFamily="18" charset="0"/>
            </a:endParaRPr>
          </a:p>
          <a:p>
            <a:pPr marL="342900" indent="-342900">
              <a:spcAft>
                <a:spcPts val="467"/>
              </a:spcAft>
              <a:buFont typeface="Arial" panose="020B0604020202020204" pitchFamily="34" charset="0"/>
              <a:buChar char="•"/>
            </a:pPr>
            <a:endParaRPr lang="en-US" dirty="0">
              <a:latin typeface="Oracle Sans" panose="020B0503020204020204" pitchFamily="34" charset="0"/>
              <a:ea typeface="Oracle Sans" panose="020B050302020402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3C78C90E-5C75-4F98-87E4-8BC77CBDA19D}"/>
              </a:ext>
            </a:extLst>
          </p:cNvPr>
          <p:cNvPicPr>
            <a:picLocks noChangeAspect="1"/>
          </p:cNvPicPr>
          <p:nvPr/>
        </p:nvPicPr>
        <p:blipFill>
          <a:blip r:embed="rId2"/>
          <a:stretch>
            <a:fillRect/>
          </a:stretch>
        </p:blipFill>
        <p:spPr>
          <a:xfrm>
            <a:off x="760412" y="1395984"/>
            <a:ext cx="9872870" cy="3787230"/>
          </a:xfrm>
          <a:prstGeom prst="rect">
            <a:avLst/>
          </a:prstGeom>
        </p:spPr>
      </p:pic>
    </p:spTree>
    <p:extLst>
      <p:ext uri="{BB962C8B-B14F-4D97-AF65-F5344CB8AC3E}">
        <p14:creationId xmlns:p14="http://schemas.microsoft.com/office/powerpoint/2010/main" val="150858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455612" y="1676400"/>
            <a:ext cx="11125200" cy="3962400"/>
          </a:xfrm>
          <a:prstGeom prst="rect">
            <a:avLst/>
          </a:prstGeom>
        </p:spPr>
        <p:txBody>
          <a:bodyPr/>
          <a:lstStyle/>
          <a:p>
            <a:r>
              <a:rPr lang="en-US" u="sng" dirty="0"/>
              <a:t>Feature File :-</a:t>
            </a:r>
            <a:r>
              <a:rPr lang="en-US" b="0" dirty="0"/>
              <a:t> A feature file is in BDD language describing a feature or part of a feature with representative examples of expected outcomes, each feature file can contain a single or Multiple scenarios within it.</a:t>
            </a:r>
          </a:p>
          <a:p>
            <a:endParaRPr lang="en-US" b="0" dirty="0"/>
          </a:p>
          <a:p>
            <a:r>
              <a:rPr lang="en-US" u="sng" dirty="0"/>
              <a:t>Step file :-</a:t>
            </a:r>
            <a:r>
              <a:rPr lang="en-US" b="0" dirty="0"/>
              <a:t> The step file is defined in python Language , its a python implementation of the scenarios defined in the feature file , All step files of NFs ATS is present </a:t>
            </a:r>
          </a:p>
          <a:p>
            <a:r>
              <a:rPr lang="en-US" b="0" dirty="0"/>
              <a:t>in </a:t>
            </a:r>
            <a:r>
              <a:rPr lang="en-US" dirty="0" err="1"/>
              <a:t>ocnftest</a:t>
            </a:r>
            <a:r>
              <a:rPr lang="en-US" b="0" dirty="0"/>
              <a:t> directory. The step file will import Library files.</a:t>
            </a:r>
          </a:p>
          <a:p>
            <a:endParaRPr lang="en-US" b="0" dirty="0"/>
          </a:p>
          <a:p>
            <a:r>
              <a:rPr lang="en-US" u="sng" dirty="0"/>
              <a:t>Library File</a:t>
            </a:r>
            <a:r>
              <a:rPr lang="en-US" dirty="0"/>
              <a:t>:-</a:t>
            </a:r>
            <a:r>
              <a:rPr lang="en-US" b="0" dirty="0"/>
              <a:t> It defines all the APIs, for the NFs services, its present in </a:t>
            </a:r>
            <a:r>
              <a:rPr lang="en-US" dirty="0" err="1"/>
              <a:t>ocnftest_lib</a:t>
            </a:r>
            <a:r>
              <a:rPr lang="en-US" b="0" dirty="0"/>
              <a:t> folder.</a:t>
            </a:r>
          </a:p>
          <a:p>
            <a:endParaRPr lang="en-US" b="0" dirty="0"/>
          </a:p>
          <a:p>
            <a:r>
              <a:rPr lang="en-US" u="sng" dirty="0"/>
              <a:t>Data File</a:t>
            </a:r>
            <a:r>
              <a:rPr lang="en-US" b="0" dirty="0"/>
              <a:t>:- All test case configurations, Message payloads are defined in Data folder, where each file is in .</a:t>
            </a:r>
            <a:r>
              <a:rPr lang="en-US" dirty="0" err="1"/>
              <a:t>json</a:t>
            </a:r>
            <a:r>
              <a:rPr lang="en-US" b="0" dirty="0"/>
              <a:t>.</a:t>
            </a:r>
          </a:p>
          <a:p>
            <a:pPr marL="342900" indent="-342900" algn="just">
              <a:buFont typeface="Arial" panose="020B0604020202020204" pitchFamily="34" charset="0"/>
              <a:buChar char="•"/>
            </a:pPr>
            <a:endParaRPr lang="en-US" sz="2000" b="1" dirty="0">
              <a:solidFill>
                <a:schemeClr val="tx1"/>
              </a:solidFill>
            </a:endParaRPr>
          </a:p>
        </p:txBody>
      </p:sp>
      <p:sp>
        <p:nvSpPr>
          <p:cNvPr id="2" name="TextBox 1"/>
          <p:cNvSpPr txBox="1"/>
          <p:nvPr/>
        </p:nvSpPr>
        <p:spPr>
          <a:xfrm>
            <a:off x="379412" y="549564"/>
            <a:ext cx="9448799" cy="822036"/>
          </a:xfrm>
          <a:prstGeom prst="rect">
            <a:avLst/>
          </a:prstGeom>
          <a:noFill/>
        </p:spPr>
        <p:txBody>
          <a:bodyPr wrap="square" lIns="0" tIns="0" rIns="0" bIns="0" rtlCol="0">
            <a:noAutofit/>
          </a:bodyPr>
          <a:lstStyle/>
          <a:p>
            <a:pPr defTabSz="914126">
              <a:lnSpc>
                <a:spcPct val="95000"/>
              </a:lnSpc>
              <a:spcBef>
                <a:spcPct val="0"/>
              </a:spcBef>
              <a:buClr>
                <a:srgbClr val="5F5F5F">
                  <a:lumMod val="60000"/>
                  <a:lumOff val="40000"/>
                </a:srgbClr>
              </a:buClr>
            </a:pPr>
            <a:r>
              <a:rPr lang="en-US" sz="4000" b="1" dirty="0">
                <a:solidFill>
                  <a:schemeClr val="tx2"/>
                </a:solidFill>
                <a:cs typeface="+mj-cs"/>
              </a:rPr>
              <a:t>Files in ATS </a:t>
            </a:r>
          </a:p>
        </p:txBody>
      </p:sp>
    </p:spTree>
    <p:extLst>
      <p:ext uri="{BB962C8B-B14F-4D97-AF65-F5344CB8AC3E}">
        <p14:creationId xmlns:p14="http://schemas.microsoft.com/office/powerpoint/2010/main" val="2383963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3162300" cy="609600"/>
          </a:xfrm>
          <a:prstGeom prst="rect">
            <a:avLst/>
          </a:prstGeom>
        </p:spPr>
        <p:txBody>
          <a:bodyPr/>
          <a:lstStyle/>
          <a:p>
            <a:r>
              <a:rPr lang="en-US" dirty="0"/>
              <a:t>Feature File</a:t>
            </a:r>
          </a:p>
        </p:txBody>
      </p:sp>
      <p:sp>
        <p:nvSpPr>
          <p:cNvPr id="7" name="Text Placeholder 2"/>
          <p:cNvSpPr>
            <a:spLocks noGrp="1"/>
          </p:cNvSpPr>
          <p:nvPr>
            <p:ph type="body" idx="4294967295"/>
          </p:nvPr>
        </p:nvSpPr>
        <p:spPr>
          <a:xfrm>
            <a:off x="655638" y="1014413"/>
            <a:ext cx="11533187" cy="5334000"/>
          </a:xfrm>
          <a:prstGeom prst="rect">
            <a:avLst/>
          </a:prstGeom>
        </p:spPr>
        <p:txBody>
          <a:bodyPr/>
          <a:lstStyle/>
          <a:p>
            <a:endParaRPr lang="en-US" b="0" dirty="0"/>
          </a:p>
          <a:p>
            <a:r>
              <a:rPr lang="en-US" b="0" dirty="0"/>
              <a:t> </a:t>
            </a:r>
          </a:p>
          <a:p>
            <a:endParaRPr lang="en-US" b="0" dirty="0"/>
          </a:p>
          <a:p>
            <a:endParaRPr lang="en-US" b="0" dirty="0"/>
          </a:p>
        </p:txBody>
      </p:sp>
      <p:sp>
        <p:nvSpPr>
          <p:cNvPr id="3" name="Rectangle 2"/>
          <p:cNvSpPr/>
          <p:nvPr/>
        </p:nvSpPr>
        <p:spPr>
          <a:xfrm>
            <a:off x="3541648" y="1014984"/>
            <a:ext cx="4648200" cy="5081016"/>
          </a:xfrm>
          <a:prstGeom prst="rect">
            <a:avLst/>
          </a:prstGeom>
          <a:solidFill>
            <a:schemeClr val="accent5"/>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6" name="Rounded Rectangle 5"/>
          <p:cNvSpPr/>
          <p:nvPr/>
        </p:nvSpPr>
        <p:spPr>
          <a:xfrm>
            <a:off x="3846448" y="1432560"/>
            <a:ext cx="4038600" cy="685800"/>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a:t>Test Suite Initialization</a:t>
            </a:r>
          </a:p>
        </p:txBody>
      </p:sp>
      <p:sp>
        <p:nvSpPr>
          <p:cNvPr id="9" name="Rounded Rectangle 8"/>
          <p:cNvSpPr/>
          <p:nvPr/>
        </p:nvSpPr>
        <p:spPr>
          <a:xfrm>
            <a:off x="3846448" y="2519934"/>
            <a:ext cx="4038600" cy="685800"/>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a:t>Registration/Subscription</a:t>
            </a:r>
          </a:p>
        </p:txBody>
      </p:sp>
      <p:sp>
        <p:nvSpPr>
          <p:cNvPr id="10" name="Rounded Rectangle 9"/>
          <p:cNvSpPr/>
          <p:nvPr/>
        </p:nvSpPr>
        <p:spPr>
          <a:xfrm>
            <a:off x="3846448" y="3681984"/>
            <a:ext cx="4038600" cy="685800"/>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a:t>Configuration of PCF</a:t>
            </a:r>
          </a:p>
        </p:txBody>
      </p:sp>
      <p:sp>
        <p:nvSpPr>
          <p:cNvPr id="11" name="Rounded Rectangle 10"/>
          <p:cNvSpPr/>
          <p:nvPr/>
        </p:nvSpPr>
        <p:spPr>
          <a:xfrm>
            <a:off x="3846448" y="4816602"/>
            <a:ext cx="4038600" cy="685800"/>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a:t>Generating the Traffic </a:t>
            </a:r>
          </a:p>
        </p:txBody>
      </p:sp>
      <p:cxnSp>
        <p:nvCxnSpPr>
          <p:cNvPr id="15" name="Straight Arrow Connector 14"/>
          <p:cNvCxnSpPr>
            <a:endCxn id="9" idx="0"/>
          </p:cNvCxnSpPr>
          <p:nvPr/>
        </p:nvCxnSpPr>
        <p:spPr>
          <a:xfrm>
            <a:off x="5865748" y="2089023"/>
            <a:ext cx="0" cy="430911"/>
          </a:xfrm>
          <a:prstGeom prst="straightConnector1">
            <a:avLst/>
          </a:prstGeom>
          <a:ln w="19050">
            <a:solidFill>
              <a:schemeClr val="bg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865748" y="3251073"/>
            <a:ext cx="0" cy="430911"/>
          </a:xfrm>
          <a:prstGeom prst="straightConnector1">
            <a:avLst/>
          </a:prstGeom>
          <a:ln w="19050">
            <a:solidFill>
              <a:schemeClr val="bg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865748" y="4367784"/>
            <a:ext cx="0" cy="430911"/>
          </a:xfrm>
          <a:prstGeom prst="straightConnector1">
            <a:avLst/>
          </a:prstGeom>
          <a:ln w="19050">
            <a:solidFill>
              <a:schemeClr val="bg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951412" y="1091565"/>
            <a:ext cx="2057400" cy="235077"/>
          </a:xfrm>
          <a:prstGeom prst="rect">
            <a:avLst/>
          </a:prstGeom>
          <a:noFill/>
        </p:spPr>
        <p:txBody>
          <a:bodyPr wrap="none" lIns="0" tIns="0" rIns="0" bIns="0" rtlCol="0">
            <a:noAutofit/>
          </a:bodyPr>
          <a:lstStyle/>
          <a:p>
            <a:pPr>
              <a:lnSpc>
                <a:spcPct val="90000"/>
              </a:lnSpc>
            </a:pPr>
            <a:r>
              <a:rPr lang="en-US" b="1" dirty="0">
                <a:solidFill>
                  <a:schemeClr val="bg1"/>
                </a:solidFill>
              </a:rPr>
              <a:t>Feature File Sections</a:t>
            </a:r>
          </a:p>
        </p:txBody>
      </p:sp>
    </p:spTree>
    <p:extLst>
      <p:ext uri="{BB962C8B-B14F-4D97-AF65-F5344CB8AC3E}">
        <p14:creationId xmlns:p14="http://schemas.microsoft.com/office/powerpoint/2010/main" val="288716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2"/>
          <p:cNvSpPr>
            <a:spLocks noGrp="1"/>
          </p:cNvSpPr>
          <p:nvPr>
            <p:ph type="body" idx="4294967295"/>
          </p:nvPr>
        </p:nvSpPr>
        <p:spPr>
          <a:xfrm>
            <a:off x="150812" y="1371600"/>
            <a:ext cx="11658600" cy="3200400"/>
          </a:xfrm>
          <a:prstGeom prst="rect">
            <a:avLst/>
          </a:prstGeom>
        </p:spPr>
        <p:txBody>
          <a:bodyPr/>
          <a:lstStyle/>
          <a:p>
            <a:r>
              <a:rPr lang="en-US" b="0" dirty="0"/>
              <a:t>1)   Test Suite Initialization</a:t>
            </a:r>
          </a:p>
          <a:p>
            <a:pPr marL="742950" lvl="1" indent="-285750">
              <a:buFontTx/>
              <a:buChar char="-"/>
            </a:pPr>
            <a:r>
              <a:rPr lang="en-US" dirty="0">
                <a:solidFill>
                  <a:schemeClr val="tx1"/>
                </a:solidFill>
              </a:rPr>
              <a:t>The section contain the test suite initialization which sets up the namespace and different clients used for the call flow in this particular feature file.</a:t>
            </a:r>
          </a:p>
          <a:p>
            <a:pPr marL="742950" lvl="1" indent="-285750">
              <a:buFontTx/>
              <a:buChar char="-"/>
            </a:pPr>
            <a:r>
              <a:rPr lang="en-US" dirty="0">
                <a:solidFill>
                  <a:schemeClr val="tx1"/>
                </a:solidFill>
              </a:rPr>
              <a:t>Basically, it will collect the data from the k8s cluster and pass it to the suite which lately helps to create service client, policy cm, NRF client, policy configuration and ingress client.</a:t>
            </a:r>
          </a:p>
          <a:p>
            <a:pPr marL="742950" lvl="1" indent="-285750">
              <a:buFontTx/>
              <a:buChar char="-"/>
            </a:pPr>
            <a:endParaRPr lang="en-US" dirty="0">
              <a:solidFill>
                <a:schemeClr val="tx1"/>
              </a:solidFill>
            </a:endParaRPr>
          </a:p>
          <a:p>
            <a:pPr lvl="1"/>
            <a:endParaRPr lang="en-US" dirty="0">
              <a:solidFill>
                <a:schemeClr val="tx1"/>
              </a:solidFill>
            </a:endParaRPr>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94" t="1772" r="-2178" b="1619"/>
          <a:stretch/>
        </p:blipFill>
        <p:spPr>
          <a:xfrm>
            <a:off x="2132012" y="3581400"/>
            <a:ext cx="8214360" cy="23887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35675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7012" y="914400"/>
            <a:ext cx="11734800" cy="1627112"/>
          </a:xfrm>
          <a:prstGeom prst="rect">
            <a:avLst/>
          </a:prstGeom>
        </p:spPr>
        <p:txBody>
          <a:bodyPr wrap="square">
            <a:spAutoFit/>
          </a:bodyPr>
          <a:lstStyle/>
          <a:p>
            <a:pPr lvl="0">
              <a:lnSpc>
                <a:spcPct val="90000"/>
              </a:lnSpc>
              <a:buClr>
                <a:srgbClr val="5F5F5F">
                  <a:lumMod val="60000"/>
                  <a:lumOff val="40000"/>
                </a:srgbClr>
              </a:buClr>
            </a:pPr>
            <a:r>
              <a:rPr lang="en-US" sz="2400" b="1" dirty="0">
                <a:solidFill>
                  <a:srgbClr val="5F5F5F"/>
                </a:solidFill>
              </a:rPr>
              <a:t>2)   Registration/Subscription</a:t>
            </a:r>
          </a:p>
          <a:p>
            <a:pPr marL="742950" lvl="1" indent="-285750">
              <a:lnSpc>
                <a:spcPct val="90000"/>
              </a:lnSpc>
              <a:spcBef>
                <a:spcPts val="800"/>
              </a:spcBef>
              <a:buClr>
                <a:srgbClr val="5F5F5F">
                  <a:lumMod val="60000"/>
                  <a:lumOff val="40000"/>
                </a:srgbClr>
              </a:buClr>
              <a:buFontTx/>
              <a:buChar char="-"/>
            </a:pPr>
            <a:r>
              <a:rPr lang="en-US" dirty="0">
                <a:solidFill>
                  <a:srgbClr val="5F5F5F">
                    <a:tint val="75000"/>
                  </a:srgbClr>
                </a:solidFill>
              </a:rPr>
              <a:t>This section includes registration and subscription of stubs. There are stubs which we define as different NFs as per our need.</a:t>
            </a:r>
          </a:p>
          <a:p>
            <a:pPr marL="742950" lvl="1" indent="-285750">
              <a:lnSpc>
                <a:spcPct val="90000"/>
              </a:lnSpc>
              <a:spcBef>
                <a:spcPts val="800"/>
              </a:spcBef>
              <a:buClr>
                <a:srgbClr val="5F5F5F">
                  <a:lumMod val="60000"/>
                  <a:lumOff val="40000"/>
                </a:srgbClr>
              </a:buClr>
              <a:buFontTx/>
              <a:buChar char="-"/>
            </a:pPr>
            <a:r>
              <a:rPr lang="en-US" dirty="0">
                <a:solidFill>
                  <a:srgbClr val="5F5F5F">
                    <a:tint val="75000"/>
                  </a:srgbClr>
                </a:solidFill>
              </a:rPr>
              <a:t>As you see in our screenshot attached, we have subscribed and discovered UDR and CHF stub and registered the same with NRF</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93712" y="3124200"/>
            <a:ext cx="11201400" cy="27432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7176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7010" y="1447800"/>
            <a:ext cx="11734800" cy="2330895"/>
          </a:xfrm>
          <a:prstGeom prst="rect">
            <a:avLst/>
          </a:prstGeom>
        </p:spPr>
        <p:txBody>
          <a:bodyPr wrap="square">
            <a:spAutoFit/>
          </a:bodyPr>
          <a:lstStyle/>
          <a:p>
            <a:pPr lvl="0">
              <a:lnSpc>
                <a:spcPct val="90000"/>
              </a:lnSpc>
              <a:buClr>
                <a:srgbClr val="5F5F5F">
                  <a:lumMod val="60000"/>
                  <a:lumOff val="40000"/>
                </a:srgbClr>
              </a:buClr>
            </a:pPr>
            <a:r>
              <a:rPr lang="en-US" sz="2400" b="1" dirty="0">
                <a:solidFill>
                  <a:srgbClr val="5F5F5F"/>
                </a:solidFill>
              </a:rPr>
              <a:t>3) Configuration of PCF</a:t>
            </a:r>
          </a:p>
          <a:p>
            <a:pPr marL="742950" lvl="1" indent="-285750">
              <a:lnSpc>
                <a:spcPct val="90000"/>
              </a:lnSpc>
              <a:spcBef>
                <a:spcPts val="800"/>
              </a:spcBef>
              <a:buClr>
                <a:srgbClr val="5F5F5F">
                  <a:lumMod val="60000"/>
                  <a:lumOff val="40000"/>
                </a:srgbClr>
              </a:buClr>
              <a:buFontTx/>
              <a:buChar char="-"/>
            </a:pPr>
            <a:r>
              <a:rPr lang="en-US" dirty="0">
                <a:solidFill>
                  <a:srgbClr val="5F5F5F">
                    <a:tint val="75000"/>
                  </a:srgbClr>
                </a:solidFill>
              </a:rPr>
              <a:t>Configuration of NFs includes creation of basic configuration and policy for our feature verification. Over here we do the configuration in PCF using bulk import. </a:t>
            </a:r>
          </a:p>
          <a:p>
            <a:pPr marL="742950" lvl="1" indent="-285750">
              <a:lnSpc>
                <a:spcPct val="90000"/>
              </a:lnSpc>
              <a:spcBef>
                <a:spcPts val="800"/>
              </a:spcBef>
              <a:buClr>
                <a:srgbClr val="5F5F5F">
                  <a:lumMod val="60000"/>
                  <a:lumOff val="40000"/>
                </a:srgbClr>
              </a:buClr>
              <a:buFontTx/>
              <a:buChar char="-"/>
            </a:pPr>
            <a:r>
              <a:rPr lang="en-US" dirty="0">
                <a:solidFill>
                  <a:srgbClr val="5F5F5F">
                    <a:tint val="75000"/>
                  </a:srgbClr>
                </a:solidFill>
              </a:rPr>
              <a:t>The file which we are importing in below screenshot has all the necessary configuration to run Policy_P006 feature to execute.</a:t>
            </a:r>
          </a:p>
          <a:p>
            <a:pPr marL="742950" lvl="1" indent="-285750">
              <a:lnSpc>
                <a:spcPct val="90000"/>
              </a:lnSpc>
              <a:spcBef>
                <a:spcPts val="800"/>
              </a:spcBef>
              <a:buClr>
                <a:srgbClr val="5F5F5F">
                  <a:lumMod val="60000"/>
                  <a:lumOff val="40000"/>
                </a:srgbClr>
              </a:buClr>
              <a:buFontTx/>
              <a:buChar char="-"/>
            </a:pPr>
            <a:r>
              <a:rPr lang="en-US" dirty="0">
                <a:solidFill>
                  <a:srgbClr val="5F5F5F">
                    <a:tint val="75000"/>
                  </a:srgbClr>
                </a:solidFill>
              </a:rPr>
              <a:t>After creating configuration in PCF we make the Project into Production State.</a:t>
            </a:r>
          </a:p>
          <a:p>
            <a:pPr marL="742950" lvl="1" indent="-285750">
              <a:lnSpc>
                <a:spcPct val="90000"/>
              </a:lnSpc>
              <a:spcBef>
                <a:spcPts val="800"/>
              </a:spcBef>
              <a:buClr>
                <a:srgbClr val="5F5F5F">
                  <a:lumMod val="60000"/>
                  <a:lumOff val="40000"/>
                </a:srgbClr>
              </a:buClr>
              <a:buFontTx/>
              <a:buChar char="-"/>
            </a:pPr>
            <a:r>
              <a:rPr lang="en-US" dirty="0">
                <a:solidFill>
                  <a:srgbClr val="5F5F5F">
                    <a:tint val="75000"/>
                  </a:srgbClr>
                </a:solidFill>
              </a:rPr>
              <a:t>The steps may vary from scenario to scenario and feature file to feature file. </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371" y="3962400"/>
            <a:ext cx="10742079" cy="180178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10314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7012" y="533400"/>
            <a:ext cx="11734800" cy="2868478"/>
          </a:xfrm>
          <a:prstGeom prst="rect">
            <a:avLst/>
          </a:prstGeom>
        </p:spPr>
        <p:txBody>
          <a:bodyPr wrap="square">
            <a:spAutoFit/>
          </a:bodyPr>
          <a:lstStyle/>
          <a:p>
            <a:pPr lvl="0">
              <a:lnSpc>
                <a:spcPct val="90000"/>
              </a:lnSpc>
              <a:buClr>
                <a:srgbClr val="5F5F5F">
                  <a:lumMod val="60000"/>
                  <a:lumOff val="40000"/>
                </a:srgbClr>
              </a:buClr>
            </a:pPr>
            <a:r>
              <a:rPr lang="en-US" sz="2400" b="1" dirty="0">
                <a:solidFill>
                  <a:srgbClr val="5F5F5F"/>
                </a:solidFill>
              </a:rPr>
              <a:t>4) Generating the Traffic </a:t>
            </a:r>
          </a:p>
          <a:p>
            <a:pPr lvl="1">
              <a:lnSpc>
                <a:spcPct val="90000"/>
              </a:lnSpc>
              <a:spcBef>
                <a:spcPts val="800"/>
              </a:spcBef>
              <a:buClr>
                <a:srgbClr val="5F5F5F">
                  <a:lumMod val="60000"/>
                  <a:lumOff val="40000"/>
                </a:srgbClr>
              </a:buClr>
            </a:pPr>
            <a:r>
              <a:rPr lang="en-US" sz="2400" dirty="0">
                <a:solidFill>
                  <a:srgbClr val="5F5F5F">
                    <a:tint val="75000"/>
                  </a:srgbClr>
                </a:solidFill>
              </a:rPr>
              <a:t>a)  Preparing Stub for Response</a:t>
            </a:r>
          </a:p>
          <a:p>
            <a:pPr marL="742950" lvl="1" indent="-285750">
              <a:lnSpc>
                <a:spcPct val="90000"/>
              </a:lnSpc>
              <a:spcBef>
                <a:spcPts val="800"/>
              </a:spcBef>
              <a:buClr>
                <a:srgbClr val="5F5F5F">
                  <a:lumMod val="60000"/>
                  <a:lumOff val="40000"/>
                </a:srgbClr>
              </a:buClr>
              <a:buFont typeface="Arial" panose="020B0604020202020204" pitchFamily="34" charset="0"/>
              <a:buChar char="•"/>
            </a:pPr>
            <a:r>
              <a:rPr lang="en-US" dirty="0">
                <a:solidFill>
                  <a:srgbClr val="5F5F5F">
                    <a:tint val="75000"/>
                  </a:srgbClr>
                </a:solidFill>
              </a:rPr>
              <a:t>Stub sends the response which is provided by us, so for particular feature to work we need proper response from stub and for that we need to prepare stub with response.</a:t>
            </a:r>
          </a:p>
          <a:p>
            <a:pPr marL="742950" lvl="1" indent="-285750">
              <a:lnSpc>
                <a:spcPct val="90000"/>
              </a:lnSpc>
              <a:spcBef>
                <a:spcPts val="800"/>
              </a:spcBef>
              <a:buClr>
                <a:srgbClr val="5F5F5F">
                  <a:lumMod val="60000"/>
                  <a:lumOff val="40000"/>
                </a:srgbClr>
              </a:buClr>
              <a:buFont typeface="Arial" panose="020B0604020202020204" pitchFamily="34" charset="0"/>
              <a:buChar char="•"/>
            </a:pPr>
            <a:r>
              <a:rPr lang="en-US" dirty="0">
                <a:solidFill>
                  <a:srgbClr val="5F5F5F">
                    <a:tint val="75000"/>
                  </a:srgbClr>
                </a:solidFill>
              </a:rPr>
              <a:t>As you see below, we are preparing the stub with result code and response json with query parameter.</a:t>
            </a:r>
          </a:p>
          <a:p>
            <a:pPr marL="742950" lvl="1" indent="-285750">
              <a:lnSpc>
                <a:spcPct val="90000"/>
              </a:lnSpc>
              <a:spcBef>
                <a:spcPts val="800"/>
              </a:spcBef>
              <a:buClr>
                <a:srgbClr val="5F5F5F">
                  <a:lumMod val="60000"/>
                  <a:lumOff val="40000"/>
                </a:srgbClr>
              </a:buClr>
              <a:buFont typeface="Arial" panose="020B0604020202020204" pitchFamily="34" charset="0"/>
              <a:buChar char="•"/>
            </a:pPr>
            <a:r>
              <a:rPr lang="en-US" dirty="0">
                <a:solidFill>
                  <a:srgbClr val="5F5F5F">
                    <a:tint val="75000"/>
                  </a:srgbClr>
                </a:solidFill>
              </a:rPr>
              <a:t>In this section we also change the log level of SM and User for cross verification if any failure occurs.</a:t>
            </a:r>
          </a:p>
          <a:p>
            <a:pPr lvl="1">
              <a:lnSpc>
                <a:spcPct val="90000"/>
              </a:lnSpc>
              <a:spcBef>
                <a:spcPts val="800"/>
              </a:spcBef>
              <a:buClr>
                <a:srgbClr val="5F5F5F">
                  <a:lumMod val="60000"/>
                  <a:lumOff val="40000"/>
                </a:srgbClr>
              </a:buClr>
            </a:pPr>
            <a:endParaRPr lang="en-US" dirty="0">
              <a:solidFill>
                <a:srgbClr val="5F5F5F">
                  <a:tint val="75000"/>
                </a:srgbClr>
              </a:solidFill>
            </a:endParaRPr>
          </a:p>
          <a:p>
            <a:pPr lvl="1">
              <a:lnSpc>
                <a:spcPct val="90000"/>
              </a:lnSpc>
              <a:spcBef>
                <a:spcPts val="800"/>
              </a:spcBef>
              <a:buClr>
                <a:srgbClr val="5F5F5F">
                  <a:lumMod val="60000"/>
                  <a:lumOff val="40000"/>
                </a:srgbClr>
              </a:buClr>
            </a:pPr>
            <a:endParaRPr lang="en-US" dirty="0">
              <a:solidFill>
                <a:srgbClr val="5F5F5F">
                  <a:tint val="75000"/>
                </a:srgbClr>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312" y="2895600"/>
            <a:ext cx="11506200" cy="33057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39702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7012" y="361930"/>
            <a:ext cx="11734800" cy="2497094"/>
          </a:xfrm>
          <a:prstGeom prst="rect">
            <a:avLst/>
          </a:prstGeom>
        </p:spPr>
        <p:txBody>
          <a:bodyPr wrap="square">
            <a:spAutoFit/>
          </a:bodyPr>
          <a:lstStyle/>
          <a:p>
            <a:pPr lvl="0">
              <a:lnSpc>
                <a:spcPct val="90000"/>
              </a:lnSpc>
              <a:buClr>
                <a:srgbClr val="5F5F5F">
                  <a:lumMod val="60000"/>
                  <a:lumOff val="40000"/>
                </a:srgbClr>
              </a:buClr>
            </a:pPr>
            <a:r>
              <a:rPr lang="en-US" sz="2400" b="1" dirty="0">
                <a:solidFill>
                  <a:srgbClr val="5F5F5F"/>
                </a:solidFill>
              </a:rPr>
              <a:t>4) Generating the Traffic </a:t>
            </a:r>
          </a:p>
          <a:p>
            <a:pPr lvl="1">
              <a:lnSpc>
                <a:spcPct val="90000"/>
              </a:lnSpc>
              <a:spcBef>
                <a:spcPts val="800"/>
              </a:spcBef>
              <a:buClr>
                <a:srgbClr val="5F5F5F">
                  <a:lumMod val="60000"/>
                  <a:lumOff val="40000"/>
                </a:srgbClr>
              </a:buClr>
            </a:pPr>
            <a:r>
              <a:rPr lang="en-US" sz="2400" dirty="0">
                <a:solidFill>
                  <a:srgbClr val="5F5F5F">
                    <a:tint val="75000"/>
                  </a:srgbClr>
                </a:solidFill>
              </a:rPr>
              <a:t>b)   Feature validation and verification</a:t>
            </a:r>
          </a:p>
          <a:p>
            <a:pPr marL="800100" lvl="1" indent="-342900">
              <a:lnSpc>
                <a:spcPct val="90000"/>
              </a:lnSpc>
              <a:spcBef>
                <a:spcPts val="800"/>
              </a:spcBef>
              <a:buClr>
                <a:srgbClr val="5F5F5F">
                  <a:lumMod val="60000"/>
                  <a:lumOff val="40000"/>
                </a:srgbClr>
              </a:buClr>
              <a:buFont typeface="Arial" panose="020B0604020202020204" pitchFamily="34" charset="0"/>
              <a:buChar char="•"/>
            </a:pPr>
            <a:r>
              <a:rPr lang="en-US" sz="2400" dirty="0">
                <a:solidFill>
                  <a:srgbClr val="5F5F5F">
                    <a:tint val="75000"/>
                  </a:srgbClr>
                </a:solidFill>
              </a:rPr>
              <a:t>	</a:t>
            </a:r>
            <a:r>
              <a:rPr lang="en-US" dirty="0">
                <a:solidFill>
                  <a:srgbClr val="5F5F5F">
                    <a:tint val="75000"/>
                  </a:srgbClr>
                </a:solidFill>
              </a:rPr>
              <a:t>This is the section where the call flow is configured. The response is validated and verified with the expected outcome.</a:t>
            </a:r>
          </a:p>
          <a:p>
            <a:pPr marL="800100" lvl="1" indent="-342900">
              <a:lnSpc>
                <a:spcPct val="90000"/>
              </a:lnSpc>
              <a:spcBef>
                <a:spcPts val="800"/>
              </a:spcBef>
              <a:buClr>
                <a:srgbClr val="5F5F5F">
                  <a:lumMod val="60000"/>
                  <a:lumOff val="40000"/>
                </a:srgbClr>
              </a:buClr>
              <a:buFont typeface="Arial" panose="020B0604020202020204" pitchFamily="34" charset="0"/>
              <a:buChar char="•"/>
            </a:pPr>
            <a:r>
              <a:rPr lang="en-US" dirty="0">
                <a:solidFill>
                  <a:srgbClr val="5F5F5F">
                    <a:tint val="75000"/>
                  </a:srgbClr>
                </a:solidFill>
                <a:sym typeface="Wingdings" panose="05000000000000000000" pitchFamily="2" charset="2"/>
              </a:rPr>
              <a:t>As you see we have different scenarios. We send SMF request and save the response. We check the response with what we are expecting and also, we check for metrics</a:t>
            </a:r>
          </a:p>
          <a:p>
            <a:pPr marL="800100" lvl="1" indent="-342900">
              <a:lnSpc>
                <a:spcPct val="90000"/>
              </a:lnSpc>
              <a:spcBef>
                <a:spcPts val="800"/>
              </a:spcBef>
              <a:buClr>
                <a:srgbClr val="5F5F5F">
                  <a:lumMod val="60000"/>
                  <a:lumOff val="40000"/>
                </a:srgbClr>
              </a:buClr>
              <a:buFont typeface="Arial" panose="020B0604020202020204" pitchFamily="34" charset="0"/>
              <a:buChar char="•"/>
            </a:pPr>
            <a:r>
              <a:rPr lang="en-US" dirty="0">
                <a:solidFill>
                  <a:srgbClr val="5F5F5F">
                    <a:tint val="75000"/>
                  </a:srgbClr>
                </a:solidFill>
                <a:sym typeface="Wingdings" panose="05000000000000000000" pitchFamily="2" charset="2"/>
              </a:rPr>
              <a:t>After different call flow execution, we terminate the created session for the subscriber.</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282" y="2895600"/>
            <a:ext cx="11278260" cy="3429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91157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2237" y="374650"/>
            <a:ext cx="11125200" cy="457200"/>
          </a:xfrm>
          <a:prstGeom prst="rect">
            <a:avLst/>
          </a:prstGeom>
        </p:spPr>
        <p:txBody>
          <a:bodyPr/>
          <a:lstStyle/>
          <a:p>
            <a:r>
              <a:rPr lang="en-US" dirty="0"/>
              <a:t>Data File</a:t>
            </a:r>
          </a:p>
        </p:txBody>
      </p:sp>
      <p:sp>
        <p:nvSpPr>
          <p:cNvPr id="3" name="Text Placeholder 2"/>
          <p:cNvSpPr>
            <a:spLocks noGrp="1"/>
          </p:cNvSpPr>
          <p:nvPr>
            <p:ph type="body" idx="4294967295"/>
          </p:nvPr>
        </p:nvSpPr>
        <p:spPr>
          <a:xfrm>
            <a:off x="132841" y="859028"/>
            <a:ext cx="11249025" cy="996950"/>
          </a:xfrm>
          <a:prstGeom prst="rect">
            <a:avLst/>
          </a:prstGeom>
        </p:spPr>
        <p:txBody>
          <a:bodyPr/>
          <a:lstStyle/>
          <a:p>
            <a:pPr lvl="1">
              <a:buClr>
                <a:srgbClr val="5F5F5F">
                  <a:lumMod val="60000"/>
                  <a:lumOff val="40000"/>
                </a:srgbClr>
              </a:buClr>
            </a:pPr>
            <a:r>
              <a:rPr lang="en-US" dirty="0">
                <a:solidFill>
                  <a:srgbClr val="5F5F5F">
                    <a:tint val="75000"/>
                  </a:srgbClr>
                </a:solidFill>
              </a:rPr>
              <a:t>The data files are the json files used for request/response body used for stub registration , subscribing and sending response to PCF.</a:t>
            </a:r>
          </a:p>
          <a:p>
            <a:pPr lvl="1">
              <a:buClr>
                <a:srgbClr val="5F5F5F">
                  <a:lumMod val="60000"/>
                  <a:lumOff val="40000"/>
                </a:srgbClr>
              </a:buClr>
            </a:pPr>
            <a:r>
              <a:rPr lang="en-US" dirty="0">
                <a:solidFill>
                  <a:srgbClr val="5F5F5F">
                    <a:tint val="75000"/>
                  </a:srgbClr>
                </a:solidFill>
              </a:rPr>
              <a:t>In our below screenshot of json file which we are sending request to CHF in POST method.</a:t>
            </a:r>
          </a:p>
          <a:p>
            <a:pPr lvl="1">
              <a:buClr>
                <a:srgbClr val="5F5F5F">
                  <a:lumMod val="60000"/>
                  <a:lumOff val="40000"/>
                </a:srgbClr>
              </a:buClr>
            </a:pPr>
            <a:endParaRPr lang="en-US" dirty="0"/>
          </a:p>
          <a:p>
            <a:pPr lvl="1">
              <a:buClr>
                <a:srgbClr val="5F5F5F">
                  <a:lumMod val="60000"/>
                  <a:lumOff val="40000"/>
                </a:srgbClr>
              </a:buClr>
            </a:pPr>
            <a:endParaRPr lang="en-US" dirty="0">
              <a:solidFill>
                <a:srgbClr val="5F5F5F">
                  <a:tint val="75000"/>
                </a:srgbClr>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7237" y="2121960"/>
            <a:ext cx="7315200" cy="45825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21679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81000"/>
            <a:ext cx="11125200" cy="609600"/>
          </a:xfrm>
          <a:prstGeom prst="rect">
            <a:avLst/>
          </a:prstGeom>
        </p:spPr>
        <p:txBody>
          <a:bodyPr/>
          <a:lstStyle/>
          <a:p>
            <a:r>
              <a:rPr lang="en-US" sz="4400" b="1" dirty="0">
                <a:solidFill>
                  <a:schemeClr val="accent3">
                    <a:lumMod val="75000"/>
                  </a:schemeClr>
                </a:solidFill>
              </a:rPr>
              <a:t>How to login in ATS Pod?</a:t>
            </a:r>
          </a:p>
        </p:txBody>
      </p:sp>
      <p:sp>
        <p:nvSpPr>
          <p:cNvPr id="3" name="Text Placeholder 2"/>
          <p:cNvSpPr>
            <a:spLocks noGrp="1"/>
          </p:cNvSpPr>
          <p:nvPr>
            <p:ph type="body" idx="4294967295"/>
          </p:nvPr>
        </p:nvSpPr>
        <p:spPr>
          <a:xfrm>
            <a:off x="455612" y="1105218"/>
            <a:ext cx="11125200" cy="5105400"/>
          </a:xfrm>
          <a:prstGeom prst="rect">
            <a:avLst/>
          </a:prstGeom>
        </p:spPr>
        <p:txBody>
          <a:bodyPr/>
          <a:lstStyle/>
          <a:p>
            <a:endParaRPr lang="en-US" sz="1400" dirty="0"/>
          </a:p>
          <a:p>
            <a:r>
              <a:rPr lang="en-US" sz="1400" dirty="0"/>
              <a:t>List all the pods running with PCF by using below command:</a:t>
            </a:r>
          </a:p>
          <a:p>
            <a:endParaRPr lang="en-US" sz="1400" b="0" dirty="0">
              <a:solidFill>
                <a:schemeClr val="accent1"/>
              </a:solidFill>
            </a:endParaRPr>
          </a:p>
          <a:p>
            <a:endParaRPr lang="en-US" sz="1400" b="0" dirty="0">
              <a:solidFill>
                <a:schemeClr val="accent1"/>
              </a:solidFill>
            </a:endParaRPr>
          </a:p>
          <a:p>
            <a:endParaRPr lang="en-US" sz="1400" b="0" dirty="0">
              <a:solidFill>
                <a:schemeClr val="accent1"/>
              </a:solidFill>
            </a:endParaRPr>
          </a:p>
          <a:p>
            <a:r>
              <a:rPr lang="en-US" sz="1400" dirty="0">
                <a:solidFill>
                  <a:schemeClr val="tx1">
                    <a:lumMod val="50000"/>
                  </a:schemeClr>
                </a:solidFill>
              </a:rPr>
              <a:t>Ex: </a:t>
            </a:r>
            <a:r>
              <a:rPr lang="en-US" sz="1400" b="0" dirty="0">
                <a:solidFill>
                  <a:schemeClr val="tx1">
                    <a:lumMod val="50000"/>
                  </a:schemeClr>
                </a:solidFill>
              </a:rPr>
              <a:t>kubectl get pods –n ocpcf</a:t>
            </a:r>
          </a:p>
          <a:p>
            <a:endParaRPr lang="en-US" sz="1400" b="0" dirty="0">
              <a:solidFill>
                <a:schemeClr val="accent1"/>
              </a:solidFill>
            </a:endParaRPr>
          </a:p>
          <a:p>
            <a:r>
              <a:rPr lang="en-US" sz="1400" b="0" dirty="0">
                <a:solidFill>
                  <a:schemeClr val="tx1">
                    <a:lumMod val="50000"/>
                  </a:schemeClr>
                </a:solidFill>
              </a:rPr>
              <a:t>Identify ocats pod name from above command output for below command.</a:t>
            </a:r>
          </a:p>
          <a:p>
            <a:endParaRPr lang="en-US" sz="1400" dirty="0">
              <a:solidFill>
                <a:schemeClr val="tx1">
                  <a:lumMod val="50000"/>
                </a:schemeClr>
              </a:solidFill>
            </a:endParaRPr>
          </a:p>
          <a:p>
            <a:r>
              <a:rPr lang="en-US" sz="1400" dirty="0"/>
              <a:t>Find the ocats pod and login into the pod using below command:</a:t>
            </a:r>
          </a:p>
          <a:p>
            <a:endParaRPr lang="en-US" sz="1400" dirty="0"/>
          </a:p>
          <a:p>
            <a:endParaRPr lang="en-US" sz="1400" dirty="0"/>
          </a:p>
          <a:p>
            <a:endParaRPr lang="en-US" sz="1400" dirty="0">
              <a:solidFill>
                <a:schemeClr val="tx1">
                  <a:lumMod val="50000"/>
                </a:schemeClr>
              </a:solidFill>
            </a:endParaRPr>
          </a:p>
          <a:p>
            <a:r>
              <a:rPr lang="en-US" sz="1400" dirty="0">
                <a:solidFill>
                  <a:schemeClr val="tx1">
                    <a:lumMod val="50000"/>
                  </a:schemeClr>
                </a:solidFill>
              </a:rPr>
              <a:t>Ex: </a:t>
            </a:r>
            <a:r>
              <a:rPr lang="en-US" sz="1400" b="0" dirty="0">
                <a:solidFill>
                  <a:schemeClr val="tx1">
                    <a:lumMod val="50000"/>
                  </a:schemeClr>
                </a:solidFill>
              </a:rPr>
              <a:t>kubectl exec -it  ocats-ocats-policy-6b74f596bb-lk548 -n ocpcf /bin/bash</a:t>
            </a:r>
          </a:p>
          <a:p>
            <a:endParaRPr lang="en-US" sz="1400" b="0" dirty="0">
              <a:solidFill>
                <a:schemeClr val="tx1">
                  <a:lumMod val="50000"/>
                </a:schemeClr>
              </a:solidFill>
            </a:endParaRPr>
          </a:p>
          <a:p>
            <a:r>
              <a:rPr lang="en-US" sz="1400" dirty="0"/>
              <a:t>After successful login execute below command:</a:t>
            </a:r>
          </a:p>
          <a:p>
            <a:endParaRPr lang="en-US" sz="1400" b="0" dirty="0">
              <a:solidFill>
                <a:schemeClr val="accent1"/>
              </a:solidFill>
            </a:endParaRPr>
          </a:p>
          <a:p>
            <a:endParaRPr lang="en-US" sz="1400" dirty="0">
              <a:solidFill>
                <a:schemeClr val="tx1">
                  <a:lumMod val="50000"/>
                </a:schemeClr>
              </a:solidFill>
            </a:endParaRPr>
          </a:p>
          <a:p>
            <a:r>
              <a:rPr lang="en-US" sz="1400" dirty="0">
                <a:solidFill>
                  <a:schemeClr val="tx1">
                    <a:lumMod val="50000"/>
                  </a:schemeClr>
                </a:solidFill>
              </a:rPr>
              <a:t>Output: </a:t>
            </a:r>
            <a:r>
              <a:rPr lang="en-US" sz="1400" b="0" dirty="0">
                <a:solidFill>
                  <a:schemeClr val="tx1">
                    <a:lumMod val="50000"/>
                  </a:schemeClr>
                </a:solidFill>
              </a:rPr>
              <a:t>/var/lib/Jenkins</a:t>
            </a:r>
          </a:p>
          <a:p>
            <a:endParaRPr lang="en-US" sz="1400" b="0" dirty="0">
              <a:solidFill>
                <a:schemeClr val="tx1">
                  <a:lumMod val="50000"/>
                </a:schemeClr>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576954326"/>
              </p:ext>
            </p:extLst>
          </p:nvPr>
        </p:nvGraphicFramePr>
        <p:xfrm>
          <a:off x="530224" y="1920050"/>
          <a:ext cx="9221788" cy="381000"/>
        </p:xfrm>
        <a:graphic>
          <a:graphicData uri="http://schemas.openxmlformats.org/drawingml/2006/table">
            <a:tbl>
              <a:tblPr firstRow="1" bandRow="1">
                <a:tableStyleId>{5FD0F851-EC5A-4D38-B0AD-8093EC10F338}</a:tableStyleId>
              </a:tblPr>
              <a:tblGrid>
                <a:gridCol w="9221788">
                  <a:extLst>
                    <a:ext uri="{9D8B030D-6E8A-4147-A177-3AD203B41FA5}">
                      <a16:colId xmlns:a16="http://schemas.microsoft.com/office/drawing/2014/main" val="20000"/>
                    </a:ext>
                  </a:extLst>
                </a:gridCol>
              </a:tblGrid>
              <a:tr h="381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accent1"/>
                          </a:solidFill>
                        </a:rPr>
                        <a:t>]$ kubectl get pods –n &lt;pcf-namespace&gt;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37992495"/>
              </p:ext>
            </p:extLst>
          </p:nvPr>
        </p:nvGraphicFramePr>
        <p:xfrm>
          <a:off x="531812" y="4073462"/>
          <a:ext cx="9246171" cy="370840"/>
        </p:xfrm>
        <a:graphic>
          <a:graphicData uri="http://schemas.openxmlformats.org/drawingml/2006/table">
            <a:tbl>
              <a:tblPr firstRow="1" bandRow="1">
                <a:tableStyleId>{5FD0F851-EC5A-4D38-B0AD-8093EC10F338}</a:tableStyleId>
              </a:tblPr>
              <a:tblGrid>
                <a:gridCol w="9246171">
                  <a:extLst>
                    <a:ext uri="{9D8B030D-6E8A-4147-A177-3AD203B41FA5}">
                      <a16:colId xmlns:a16="http://schemas.microsoft.com/office/drawing/2014/main" val="2000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accent1"/>
                          </a:solidFill>
                        </a:rPr>
                        <a:t>]$ kubectl</a:t>
                      </a:r>
                      <a:r>
                        <a:rPr lang="en-US" sz="1800" b="0" baseline="0" dirty="0">
                          <a:solidFill>
                            <a:schemeClr val="accent1"/>
                          </a:solidFill>
                        </a:rPr>
                        <a:t> exec –it &lt;</a:t>
                      </a:r>
                      <a:r>
                        <a:rPr lang="en-US" sz="1800" b="0" baseline="0" dirty="0" err="1">
                          <a:solidFill>
                            <a:schemeClr val="accent1"/>
                          </a:solidFill>
                        </a:rPr>
                        <a:t>ats</a:t>
                      </a:r>
                      <a:r>
                        <a:rPr lang="en-US" sz="1800" b="0" baseline="0" dirty="0">
                          <a:solidFill>
                            <a:schemeClr val="accent1"/>
                          </a:solidFill>
                        </a:rPr>
                        <a:t>-pod-name&gt; -n &lt;pcf-namespace&gt; /bin/bash</a:t>
                      </a:r>
                      <a:endParaRPr lang="en-US" sz="1800" b="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308319565"/>
              </p:ext>
            </p:extLst>
          </p:nvPr>
        </p:nvGraphicFramePr>
        <p:xfrm>
          <a:off x="531811" y="5638800"/>
          <a:ext cx="9246171" cy="365760"/>
        </p:xfrm>
        <a:graphic>
          <a:graphicData uri="http://schemas.openxmlformats.org/drawingml/2006/table">
            <a:tbl>
              <a:tblPr firstRow="1" bandRow="1">
                <a:tableStyleId>{5FD0F851-EC5A-4D38-B0AD-8093EC10F338}</a:tableStyleId>
              </a:tblPr>
              <a:tblGrid>
                <a:gridCol w="9246171">
                  <a:extLst>
                    <a:ext uri="{9D8B030D-6E8A-4147-A177-3AD203B41FA5}">
                      <a16:colId xmlns:a16="http://schemas.microsoft.com/office/drawing/2014/main" val="20000"/>
                    </a:ext>
                  </a:extLst>
                </a:gridCol>
              </a:tblGrid>
              <a:tr h="220726">
                <a:tc>
                  <a:txBody>
                    <a:bodyPr/>
                    <a:lstStyle/>
                    <a:p>
                      <a:r>
                        <a:rPr lang="en-US" sz="1800" b="0" kern="1200" baseline="0" dirty="0">
                          <a:solidFill>
                            <a:schemeClr val="accent1"/>
                          </a:solidFill>
                          <a:latin typeface="+mn-lt"/>
                          <a:ea typeface="+mn-ea"/>
                          <a:cs typeface="+mn-cs"/>
                        </a:rPr>
                        <a:t>bash-4.2$ </a:t>
                      </a:r>
                      <a:r>
                        <a:rPr lang="en-US" sz="1800" b="0" kern="1200" baseline="0" dirty="0" err="1">
                          <a:solidFill>
                            <a:schemeClr val="accent1"/>
                          </a:solidFill>
                          <a:latin typeface="+mn-lt"/>
                          <a:ea typeface="+mn-ea"/>
                          <a:cs typeface="+mn-cs"/>
                        </a:rPr>
                        <a:t>pwd</a:t>
                      </a:r>
                      <a:endParaRPr lang="en-US" sz="1800" b="0" kern="1200" baseline="0" dirty="0">
                        <a:solidFill>
                          <a:schemeClr val="accen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37333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455612" y="1066800"/>
            <a:ext cx="11125200" cy="4724400"/>
          </a:xfrm>
          <a:prstGeom prst="rect">
            <a:avLst/>
          </a:prstGeom>
        </p:spPr>
        <p:txBody>
          <a:bodyPr/>
          <a:lstStyle/>
          <a:p>
            <a:r>
              <a:rPr lang="en-US" dirty="0"/>
              <a:t>Location of feature file and data files in ATS Pod:</a:t>
            </a:r>
          </a:p>
          <a:p>
            <a:r>
              <a:rPr lang="en-US" b="0" dirty="0"/>
              <a:t> </a:t>
            </a:r>
          </a:p>
          <a:p>
            <a:r>
              <a:rPr lang="en-US" b="0" dirty="0"/>
              <a:t>After login into ATS pod you can check for feature and data files at below locations:</a:t>
            </a:r>
          </a:p>
          <a:p>
            <a:endParaRPr lang="en-US" b="0" dirty="0"/>
          </a:p>
          <a:p>
            <a:r>
              <a:rPr lang="en-US" sz="2000" dirty="0"/>
              <a:t>Feature Files:</a:t>
            </a:r>
          </a:p>
          <a:p>
            <a:pPr lvl="1"/>
            <a:r>
              <a:rPr lang="en-US" sz="1600" b="0" dirty="0">
                <a:solidFill>
                  <a:schemeClr val="tx1"/>
                </a:solidFill>
              </a:rPr>
              <a:t>1) </a:t>
            </a:r>
            <a:r>
              <a:rPr lang="en-US" sz="1600" b="0" dirty="0" err="1">
                <a:solidFill>
                  <a:schemeClr val="tx1"/>
                </a:solidFill>
              </a:rPr>
              <a:t>newfeatures</a:t>
            </a:r>
            <a:r>
              <a:rPr lang="en-US" sz="1600" b="0" dirty="0">
                <a:solidFill>
                  <a:schemeClr val="tx1"/>
                </a:solidFill>
              </a:rPr>
              <a:t>  will be available at: </a:t>
            </a:r>
            <a:r>
              <a:rPr lang="en-US" sz="1600" b="0" i="1" dirty="0">
                <a:solidFill>
                  <a:schemeClr val="bg2">
                    <a:lumMod val="10000"/>
                  </a:schemeClr>
                </a:solidFill>
              </a:rPr>
              <a:t>‘/</a:t>
            </a:r>
            <a:r>
              <a:rPr lang="en-US" sz="1600" b="0" i="1" dirty="0" err="1">
                <a:solidFill>
                  <a:schemeClr val="bg2">
                    <a:lumMod val="10000"/>
                  </a:schemeClr>
                </a:solidFill>
              </a:rPr>
              <a:t>var</a:t>
            </a:r>
            <a:r>
              <a:rPr lang="en-US" sz="1600" b="0" i="1" dirty="0">
                <a:solidFill>
                  <a:schemeClr val="bg2">
                    <a:lumMod val="10000"/>
                  </a:schemeClr>
                </a:solidFill>
              </a:rPr>
              <a:t>/lib/</a:t>
            </a:r>
            <a:r>
              <a:rPr lang="en-US" sz="1600" b="0" i="1" dirty="0" err="1">
                <a:solidFill>
                  <a:schemeClr val="bg2">
                    <a:lumMod val="10000"/>
                  </a:schemeClr>
                </a:solidFill>
              </a:rPr>
              <a:t>jenkins</a:t>
            </a:r>
            <a:r>
              <a:rPr lang="en-US" sz="1600" b="0" i="1" dirty="0">
                <a:solidFill>
                  <a:schemeClr val="bg2">
                    <a:lumMod val="10000"/>
                  </a:schemeClr>
                </a:solidFill>
              </a:rPr>
              <a:t>/</a:t>
            </a:r>
            <a:r>
              <a:rPr lang="en-US" sz="1600" b="0" i="1" dirty="0" err="1">
                <a:solidFill>
                  <a:schemeClr val="bg2">
                    <a:lumMod val="10000"/>
                  </a:schemeClr>
                </a:solidFill>
              </a:rPr>
              <a:t>ocpcf_tests</a:t>
            </a:r>
            <a:r>
              <a:rPr lang="en-US" sz="1600" b="0" i="1" dirty="0">
                <a:solidFill>
                  <a:schemeClr val="bg2">
                    <a:lumMod val="10000"/>
                  </a:schemeClr>
                </a:solidFill>
              </a:rPr>
              <a:t>/features/</a:t>
            </a:r>
            <a:r>
              <a:rPr lang="en-US" sz="1600" b="0" i="1" dirty="0" err="1">
                <a:solidFill>
                  <a:schemeClr val="bg2">
                    <a:lumMod val="10000"/>
                  </a:schemeClr>
                </a:solidFill>
              </a:rPr>
              <a:t>newfeatures</a:t>
            </a:r>
            <a:r>
              <a:rPr lang="en-US" sz="1600" b="0" i="1" dirty="0">
                <a:solidFill>
                  <a:schemeClr val="bg2">
                    <a:lumMod val="10000"/>
                  </a:schemeClr>
                </a:solidFill>
              </a:rPr>
              <a:t>/pcf’</a:t>
            </a:r>
          </a:p>
          <a:p>
            <a:pPr lvl="1"/>
            <a:r>
              <a:rPr lang="en-US" sz="1600" b="0" dirty="0">
                <a:solidFill>
                  <a:schemeClr val="tx1"/>
                </a:solidFill>
              </a:rPr>
              <a:t>2</a:t>
            </a:r>
            <a:r>
              <a:rPr lang="en-US" sz="1600" dirty="0">
                <a:solidFill>
                  <a:schemeClr val="tx1"/>
                </a:solidFill>
              </a:rPr>
              <a:t>) Regression will be available at: </a:t>
            </a:r>
            <a:r>
              <a:rPr lang="en-US" sz="1600" i="1" dirty="0">
                <a:solidFill>
                  <a:schemeClr val="bg2">
                    <a:lumMod val="10000"/>
                  </a:schemeClr>
                </a:solidFill>
              </a:rPr>
              <a:t>‘</a:t>
            </a:r>
            <a:r>
              <a:rPr lang="en-US" sz="1600" b="0" i="1" dirty="0">
                <a:solidFill>
                  <a:schemeClr val="bg2">
                    <a:lumMod val="10000"/>
                  </a:schemeClr>
                </a:solidFill>
              </a:rPr>
              <a:t>/</a:t>
            </a:r>
            <a:r>
              <a:rPr lang="en-US" sz="1600" b="0" i="1" dirty="0" err="1">
                <a:solidFill>
                  <a:schemeClr val="bg2">
                    <a:lumMod val="10000"/>
                  </a:schemeClr>
                </a:solidFill>
              </a:rPr>
              <a:t>var</a:t>
            </a:r>
            <a:r>
              <a:rPr lang="en-US" sz="1600" b="0" i="1" dirty="0">
                <a:solidFill>
                  <a:schemeClr val="bg2">
                    <a:lumMod val="10000"/>
                  </a:schemeClr>
                </a:solidFill>
              </a:rPr>
              <a:t>/lib/</a:t>
            </a:r>
            <a:r>
              <a:rPr lang="en-US" sz="1600" b="0" i="1" dirty="0" err="1">
                <a:solidFill>
                  <a:schemeClr val="bg2">
                    <a:lumMod val="10000"/>
                  </a:schemeClr>
                </a:solidFill>
              </a:rPr>
              <a:t>jenkins</a:t>
            </a:r>
            <a:r>
              <a:rPr lang="en-US" sz="1600" b="0" i="1" dirty="0">
                <a:solidFill>
                  <a:schemeClr val="bg2">
                    <a:lumMod val="10000"/>
                  </a:schemeClr>
                </a:solidFill>
              </a:rPr>
              <a:t>/</a:t>
            </a:r>
            <a:r>
              <a:rPr lang="en-US" sz="1600" b="0" i="1" dirty="0" err="1">
                <a:solidFill>
                  <a:schemeClr val="bg2">
                    <a:lumMod val="10000"/>
                  </a:schemeClr>
                </a:solidFill>
              </a:rPr>
              <a:t>ocpcf_tests</a:t>
            </a:r>
            <a:r>
              <a:rPr lang="en-US" sz="1600" b="0" i="1" dirty="0">
                <a:solidFill>
                  <a:schemeClr val="bg2">
                    <a:lumMod val="10000"/>
                  </a:schemeClr>
                </a:solidFill>
              </a:rPr>
              <a:t>/features/regression/pcf</a:t>
            </a:r>
            <a:r>
              <a:rPr lang="en-US" sz="1600" b="0" dirty="0">
                <a:solidFill>
                  <a:schemeClr val="bg2">
                    <a:lumMod val="10000"/>
                  </a:schemeClr>
                </a:solidFill>
              </a:rPr>
              <a:t>’</a:t>
            </a:r>
          </a:p>
          <a:p>
            <a:pPr lvl="1"/>
            <a:r>
              <a:rPr lang="en-US" sz="1600" b="0" dirty="0">
                <a:solidFill>
                  <a:schemeClr val="tx1"/>
                </a:solidFill>
              </a:rPr>
              <a:t>3) </a:t>
            </a:r>
            <a:r>
              <a:rPr lang="en-US" sz="1600" b="0" dirty="0" err="1">
                <a:solidFill>
                  <a:schemeClr val="tx1"/>
                </a:solidFill>
              </a:rPr>
              <a:t>cust_newfeatures</a:t>
            </a:r>
            <a:r>
              <a:rPr lang="en-US" sz="1600" b="0" dirty="0">
                <a:solidFill>
                  <a:schemeClr val="tx1"/>
                </a:solidFill>
              </a:rPr>
              <a:t> </a:t>
            </a:r>
            <a:r>
              <a:rPr lang="en-US" sz="1600" dirty="0">
                <a:solidFill>
                  <a:schemeClr val="tx1"/>
                </a:solidFill>
              </a:rPr>
              <a:t>will be available at: </a:t>
            </a:r>
            <a:r>
              <a:rPr lang="en-US" sz="1600" i="1" dirty="0">
                <a:solidFill>
                  <a:schemeClr val="bg2">
                    <a:lumMod val="10000"/>
                  </a:schemeClr>
                </a:solidFill>
              </a:rPr>
              <a:t>‘/</a:t>
            </a:r>
            <a:r>
              <a:rPr lang="en-US" sz="1600" i="1" dirty="0" err="1">
                <a:solidFill>
                  <a:schemeClr val="bg2">
                    <a:lumMod val="10000"/>
                  </a:schemeClr>
                </a:solidFill>
              </a:rPr>
              <a:t>var</a:t>
            </a:r>
            <a:r>
              <a:rPr lang="en-US" sz="1600" i="1" dirty="0">
                <a:solidFill>
                  <a:schemeClr val="bg2">
                    <a:lumMod val="10000"/>
                  </a:schemeClr>
                </a:solidFill>
              </a:rPr>
              <a:t>/lib/</a:t>
            </a:r>
            <a:r>
              <a:rPr lang="en-US" sz="1600" i="1" dirty="0" err="1">
                <a:solidFill>
                  <a:schemeClr val="bg2">
                    <a:lumMod val="10000"/>
                  </a:schemeClr>
                </a:solidFill>
              </a:rPr>
              <a:t>jenkins</a:t>
            </a:r>
            <a:r>
              <a:rPr lang="en-US" sz="1600" i="1" dirty="0">
                <a:solidFill>
                  <a:schemeClr val="bg2">
                    <a:lumMod val="10000"/>
                  </a:schemeClr>
                </a:solidFill>
              </a:rPr>
              <a:t>/</a:t>
            </a:r>
            <a:r>
              <a:rPr lang="en-US" sz="1600" i="1" dirty="0" err="1">
                <a:solidFill>
                  <a:schemeClr val="bg2">
                    <a:lumMod val="10000"/>
                  </a:schemeClr>
                </a:solidFill>
              </a:rPr>
              <a:t>ocpcf_tests</a:t>
            </a:r>
            <a:r>
              <a:rPr lang="en-US" sz="1600" i="1" dirty="0">
                <a:solidFill>
                  <a:schemeClr val="bg2">
                    <a:lumMod val="10000"/>
                  </a:schemeClr>
                </a:solidFill>
              </a:rPr>
              <a:t>/features/</a:t>
            </a:r>
            <a:r>
              <a:rPr lang="en-US" sz="1600" i="1" dirty="0" err="1">
                <a:solidFill>
                  <a:schemeClr val="bg2">
                    <a:lumMod val="10000"/>
                  </a:schemeClr>
                </a:solidFill>
              </a:rPr>
              <a:t>cust_newfeatures</a:t>
            </a:r>
            <a:r>
              <a:rPr lang="en-US" sz="1600" i="1" dirty="0">
                <a:solidFill>
                  <a:schemeClr val="bg2">
                    <a:lumMod val="10000"/>
                  </a:schemeClr>
                </a:solidFill>
              </a:rPr>
              <a:t>/pcf</a:t>
            </a:r>
            <a:r>
              <a:rPr lang="en-US" sz="1600" dirty="0">
                <a:solidFill>
                  <a:schemeClr val="bg2">
                    <a:lumMod val="10000"/>
                  </a:schemeClr>
                </a:solidFill>
              </a:rPr>
              <a:t>’</a:t>
            </a:r>
            <a:endParaRPr lang="en-US" sz="1600" b="0" dirty="0">
              <a:solidFill>
                <a:schemeClr val="bg2">
                  <a:lumMod val="10000"/>
                </a:schemeClr>
              </a:solidFill>
            </a:endParaRPr>
          </a:p>
          <a:p>
            <a:pPr lvl="1"/>
            <a:r>
              <a:rPr lang="en-US" sz="1600" b="0" dirty="0">
                <a:solidFill>
                  <a:schemeClr val="tx1"/>
                </a:solidFill>
              </a:rPr>
              <a:t>4) </a:t>
            </a:r>
            <a:r>
              <a:rPr lang="en-US" sz="1600" b="0" dirty="0" err="1">
                <a:solidFill>
                  <a:schemeClr val="tx1"/>
                </a:solidFill>
              </a:rPr>
              <a:t>cust_regression</a:t>
            </a:r>
            <a:r>
              <a:rPr lang="en-US" sz="1600" b="0" dirty="0">
                <a:solidFill>
                  <a:schemeClr val="tx1"/>
                </a:solidFill>
              </a:rPr>
              <a:t> </a:t>
            </a:r>
            <a:r>
              <a:rPr lang="en-US" sz="1600" dirty="0">
                <a:solidFill>
                  <a:schemeClr val="tx1"/>
                </a:solidFill>
              </a:rPr>
              <a:t>will be available at:</a:t>
            </a:r>
            <a:r>
              <a:rPr lang="en-US" sz="1600" dirty="0">
                <a:solidFill>
                  <a:schemeClr val="bg2">
                    <a:lumMod val="10000"/>
                  </a:schemeClr>
                </a:solidFill>
              </a:rPr>
              <a:t> </a:t>
            </a:r>
            <a:r>
              <a:rPr lang="en-US" sz="1600" i="1" dirty="0">
                <a:solidFill>
                  <a:schemeClr val="bg2">
                    <a:lumMod val="10000"/>
                  </a:schemeClr>
                </a:solidFill>
              </a:rPr>
              <a:t>‘/</a:t>
            </a:r>
            <a:r>
              <a:rPr lang="en-US" sz="1600" i="1" dirty="0" err="1">
                <a:solidFill>
                  <a:schemeClr val="bg2">
                    <a:lumMod val="10000"/>
                  </a:schemeClr>
                </a:solidFill>
              </a:rPr>
              <a:t>var</a:t>
            </a:r>
            <a:r>
              <a:rPr lang="en-US" sz="1600" i="1" dirty="0">
                <a:solidFill>
                  <a:schemeClr val="bg2">
                    <a:lumMod val="10000"/>
                  </a:schemeClr>
                </a:solidFill>
              </a:rPr>
              <a:t>/lib/</a:t>
            </a:r>
            <a:r>
              <a:rPr lang="en-US" sz="1600" i="1" dirty="0" err="1">
                <a:solidFill>
                  <a:schemeClr val="bg2">
                    <a:lumMod val="10000"/>
                  </a:schemeClr>
                </a:solidFill>
              </a:rPr>
              <a:t>jenkins</a:t>
            </a:r>
            <a:r>
              <a:rPr lang="en-US" sz="1600" i="1" dirty="0">
                <a:solidFill>
                  <a:schemeClr val="bg2">
                    <a:lumMod val="10000"/>
                  </a:schemeClr>
                </a:solidFill>
              </a:rPr>
              <a:t>/</a:t>
            </a:r>
            <a:r>
              <a:rPr lang="en-US" sz="1600" i="1" dirty="0" err="1">
                <a:solidFill>
                  <a:schemeClr val="bg2">
                    <a:lumMod val="10000"/>
                  </a:schemeClr>
                </a:solidFill>
              </a:rPr>
              <a:t>ocpcf_tests</a:t>
            </a:r>
            <a:r>
              <a:rPr lang="en-US" sz="1600" i="1" dirty="0">
                <a:solidFill>
                  <a:schemeClr val="bg2">
                    <a:lumMod val="10000"/>
                  </a:schemeClr>
                </a:solidFill>
              </a:rPr>
              <a:t>/features/</a:t>
            </a:r>
            <a:r>
              <a:rPr lang="en-US" sz="1600" i="1" dirty="0" err="1">
                <a:solidFill>
                  <a:schemeClr val="bg2">
                    <a:lumMod val="10000"/>
                  </a:schemeClr>
                </a:solidFill>
              </a:rPr>
              <a:t>cust_regression</a:t>
            </a:r>
            <a:r>
              <a:rPr lang="en-US" sz="1600" i="1" dirty="0">
                <a:solidFill>
                  <a:schemeClr val="bg2">
                    <a:lumMod val="10000"/>
                  </a:schemeClr>
                </a:solidFill>
              </a:rPr>
              <a:t>/pcf</a:t>
            </a:r>
            <a:r>
              <a:rPr lang="en-US" sz="1600" dirty="0">
                <a:solidFill>
                  <a:schemeClr val="bg2">
                    <a:lumMod val="10000"/>
                  </a:schemeClr>
                </a:solidFill>
              </a:rPr>
              <a:t>’</a:t>
            </a:r>
          </a:p>
          <a:p>
            <a:pPr lvl="1"/>
            <a:endParaRPr lang="en-US" sz="1600" dirty="0">
              <a:solidFill>
                <a:schemeClr val="bg2">
                  <a:lumMod val="10000"/>
                </a:schemeClr>
              </a:solidFill>
            </a:endParaRPr>
          </a:p>
          <a:p>
            <a:r>
              <a:rPr lang="en-US" sz="2000" dirty="0"/>
              <a:t>Data Files:</a:t>
            </a:r>
          </a:p>
          <a:p>
            <a:pPr lvl="1"/>
            <a:r>
              <a:rPr lang="en-US" sz="1600" dirty="0">
                <a:solidFill>
                  <a:schemeClr val="tx1"/>
                </a:solidFill>
              </a:rPr>
              <a:t>All the data files for above features will be available at:</a:t>
            </a:r>
            <a:r>
              <a:rPr lang="en-US" sz="1600" dirty="0">
                <a:solidFill>
                  <a:schemeClr val="bg2">
                    <a:lumMod val="10000"/>
                  </a:schemeClr>
                </a:solidFill>
              </a:rPr>
              <a:t> </a:t>
            </a:r>
            <a:r>
              <a:rPr lang="en-US" sz="1600" i="1" dirty="0">
                <a:solidFill>
                  <a:schemeClr val="bg2">
                    <a:lumMod val="10000"/>
                  </a:schemeClr>
                </a:solidFill>
              </a:rPr>
              <a:t>‘/</a:t>
            </a:r>
            <a:r>
              <a:rPr lang="en-US" sz="1600" i="1" dirty="0" err="1">
                <a:solidFill>
                  <a:schemeClr val="bg2">
                    <a:lumMod val="10000"/>
                  </a:schemeClr>
                </a:solidFill>
              </a:rPr>
              <a:t>var</a:t>
            </a:r>
            <a:r>
              <a:rPr lang="en-US" sz="1600" i="1" dirty="0">
                <a:solidFill>
                  <a:schemeClr val="bg2">
                    <a:lumMod val="10000"/>
                  </a:schemeClr>
                </a:solidFill>
              </a:rPr>
              <a:t>/lib/</a:t>
            </a:r>
            <a:r>
              <a:rPr lang="en-US" sz="1600" i="1" dirty="0" err="1">
                <a:solidFill>
                  <a:schemeClr val="bg2">
                    <a:lumMod val="10000"/>
                  </a:schemeClr>
                </a:solidFill>
              </a:rPr>
              <a:t>jenkins</a:t>
            </a:r>
            <a:r>
              <a:rPr lang="en-US" sz="1600" i="1" dirty="0">
                <a:solidFill>
                  <a:schemeClr val="bg2">
                    <a:lumMod val="10000"/>
                  </a:schemeClr>
                </a:solidFill>
              </a:rPr>
              <a:t>/</a:t>
            </a:r>
            <a:r>
              <a:rPr lang="en-US" sz="1600" i="1" dirty="0" err="1">
                <a:solidFill>
                  <a:schemeClr val="bg2">
                    <a:lumMod val="10000"/>
                  </a:schemeClr>
                </a:solidFill>
              </a:rPr>
              <a:t>ocpcf_tests</a:t>
            </a:r>
            <a:r>
              <a:rPr lang="en-US" sz="1600" i="1" dirty="0">
                <a:solidFill>
                  <a:schemeClr val="bg2">
                    <a:lumMod val="10000"/>
                  </a:schemeClr>
                </a:solidFill>
              </a:rPr>
              <a:t>/data/pcf</a:t>
            </a:r>
            <a:r>
              <a:rPr lang="en-US" sz="1600" dirty="0">
                <a:solidFill>
                  <a:schemeClr val="bg2">
                    <a:lumMod val="10000"/>
                  </a:schemeClr>
                </a:solidFill>
              </a:rPr>
              <a:t>’</a:t>
            </a:r>
          </a:p>
          <a:p>
            <a:pPr lvl="1"/>
            <a:endParaRPr lang="en-US" sz="1600" dirty="0">
              <a:solidFill>
                <a:schemeClr val="bg2">
                  <a:lumMod val="10000"/>
                </a:schemeClr>
              </a:solidFill>
            </a:endParaRPr>
          </a:p>
        </p:txBody>
      </p:sp>
    </p:spTree>
    <p:extLst>
      <p:ext uri="{BB962C8B-B14F-4D97-AF65-F5344CB8AC3E}">
        <p14:creationId xmlns:p14="http://schemas.microsoft.com/office/powerpoint/2010/main" val="307700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455612" y="1219200"/>
            <a:ext cx="11125200" cy="5029200"/>
          </a:xfrm>
          <a:prstGeom prst="rect">
            <a:avLst/>
          </a:prstGeom>
        </p:spPr>
        <p:txBody>
          <a:bodyPr/>
          <a:lstStyle/>
          <a:p>
            <a:r>
              <a:rPr lang="en-US" dirty="0"/>
              <a:t>As you have seen the installation of ATS. You can find the ATS URL by following steps.</a:t>
            </a:r>
          </a:p>
          <a:p>
            <a:endParaRPr lang="en-US" dirty="0"/>
          </a:p>
          <a:p>
            <a:pPr marL="800100" lvl="1" indent="-342900">
              <a:buFont typeface="+mj-lt"/>
              <a:buAutoNum type="arabicPeriod"/>
            </a:pPr>
            <a:r>
              <a:rPr lang="en-US" dirty="0">
                <a:solidFill>
                  <a:schemeClr val="tx1"/>
                </a:solidFill>
              </a:rPr>
              <a:t>Login to occne/Bastion Host.</a:t>
            </a:r>
          </a:p>
          <a:p>
            <a:pPr marL="800100" lvl="1" indent="-342900">
              <a:buFont typeface="+mj-lt"/>
              <a:buAutoNum type="arabicPeriod"/>
            </a:pPr>
            <a:r>
              <a:rPr lang="en-US" dirty="0">
                <a:solidFill>
                  <a:schemeClr val="tx1"/>
                </a:solidFill>
              </a:rPr>
              <a:t>Run the command.</a:t>
            </a:r>
          </a:p>
          <a:p>
            <a:pPr marL="800100" lvl="1" indent="-342900">
              <a:buFont typeface="+mj-lt"/>
              <a:buAutoNum type="arabicPeriod"/>
            </a:pPr>
            <a:endParaRPr lang="en-US" sz="1600" dirty="0">
              <a:solidFill>
                <a:schemeClr val="tx1"/>
              </a:solidFill>
            </a:endParaRPr>
          </a:p>
          <a:p>
            <a:pPr marL="182825" lvl="1" indent="0">
              <a:buNone/>
            </a:pPr>
            <a:r>
              <a:rPr lang="en-US" sz="1600" dirty="0">
                <a:solidFill>
                  <a:schemeClr val="tx1"/>
                </a:solidFill>
              </a:rPr>
              <a:t>   </a:t>
            </a:r>
          </a:p>
          <a:p>
            <a:pPr lvl="1"/>
            <a:r>
              <a:rPr lang="en-US" dirty="0">
                <a:solidFill>
                  <a:schemeClr val="tx1"/>
                </a:solidFill>
              </a:rPr>
              <a:t>Here, </a:t>
            </a:r>
            <a:r>
              <a:rPr lang="en-US" b="1" dirty="0">
                <a:solidFill>
                  <a:schemeClr val="tx1"/>
                </a:solidFill>
              </a:rPr>
              <a:t>ocpcf</a:t>
            </a:r>
            <a:r>
              <a:rPr lang="en-US" dirty="0">
                <a:solidFill>
                  <a:schemeClr val="tx1"/>
                </a:solidFill>
              </a:rPr>
              <a:t> is the namespace where PCF is installed.</a:t>
            </a:r>
          </a:p>
          <a:p>
            <a:pPr lvl="1"/>
            <a:endParaRPr lang="en-US" dirty="0">
              <a:solidFill>
                <a:schemeClr val="tx1"/>
              </a:solidFill>
            </a:endParaRPr>
          </a:p>
          <a:p>
            <a:pPr lvl="1"/>
            <a:r>
              <a:rPr lang="en-US" dirty="0">
                <a:solidFill>
                  <a:schemeClr val="tx1"/>
                </a:solidFill>
              </a:rPr>
              <a:t>You will get output as shown in next slide..</a:t>
            </a:r>
          </a:p>
        </p:txBody>
      </p:sp>
      <p:graphicFrame>
        <p:nvGraphicFramePr>
          <p:cNvPr id="2" name="Table 1"/>
          <p:cNvGraphicFramePr>
            <a:graphicFrameLocks noGrp="1"/>
          </p:cNvGraphicFramePr>
          <p:nvPr>
            <p:extLst>
              <p:ext uri="{D42A27DB-BD31-4B8C-83A1-F6EECF244321}">
                <p14:modId xmlns:p14="http://schemas.microsoft.com/office/powerpoint/2010/main" val="2374928699"/>
              </p:ext>
            </p:extLst>
          </p:nvPr>
        </p:nvGraphicFramePr>
        <p:xfrm>
          <a:off x="1370012" y="2667000"/>
          <a:ext cx="4114800" cy="365760"/>
        </p:xfrm>
        <a:graphic>
          <a:graphicData uri="http://schemas.openxmlformats.org/drawingml/2006/table">
            <a:tbl>
              <a:tblPr firstRow="1" bandRow="1">
                <a:tableStyleId>{5FD0F851-EC5A-4D38-B0AD-8093EC10F338}</a:tableStyleId>
              </a:tblPr>
              <a:tblGrid>
                <a:gridCol w="4114800">
                  <a:extLst>
                    <a:ext uri="{9D8B030D-6E8A-4147-A177-3AD203B41FA5}">
                      <a16:colId xmlns:a16="http://schemas.microsoft.com/office/drawing/2014/main" val="20000"/>
                    </a:ext>
                  </a:extLst>
                </a:gridCol>
              </a:tblGrid>
              <a:tr h="137160">
                <a:tc>
                  <a:txBody>
                    <a:bodyPr/>
                    <a:lstStyle/>
                    <a:p>
                      <a:r>
                        <a:rPr lang="en-US" sz="1800" dirty="0">
                          <a:solidFill>
                            <a:srgbClr val="FF0000"/>
                          </a:solidFill>
                        </a:rPr>
                        <a:t> $ kubectl get pods -n ocpcf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83391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0412" y="381000"/>
            <a:ext cx="11811000" cy="461665"/>
          </a:xfrm>
          <a:prstGeom prst="rect">
            <a:avLst/>
          </a:prstGeom>
        </p:spPr>
        <p:txBody>
          <a:bodyPr wrap="square">
            <a:spAutoFit/>
          </a:bodyPr>
          <a:lstStyle/>
          <a:p>
            <a:pPr marL="0" lvl="1">
              <a:spcBef>
                <a:spcPts val="0"/>
              </a:spcBef>
            </a:pPr>
            <a:r>
              <a:rPr lang="en-US" sz="2400" b="1" dirty="0"/>
              <a:t>Verify all PCF and ATS pods are READY 2/2 and status is “Running”.</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8212" y="990600"/>
            <a:ext cx="7010400" cy="549066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9925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7012" y="535679"/>
            <a:ext cx="11125200" cy="695325"/>
          </a:xfrm>
          <a:prstGeom prst="rect">
            <a:avLst/>
          </a:prstGeom>
        </p:spPr>
        <p:txBody>
          <a:bodyPr/>
          <a:lstStyle/>
          <a:p>
            <a:r>
              <a:rPr lang="en-US" b="1" dirty="0">
                <a:solidFill>
                  <a:schemeClr val="tx2"/>
                </a:solidFill>
              </a:rPr>
              <a:t>Behave Framework</a:t>
            </a:r>
            <a:endParaRPr lang="en-US" dirty="0">
              <a:solidFill>
                <a:schemeClr val="tx2"/>
              </a:solidFill>
            </a:endParaRPr>
          </a:p>
        </p:txBody>
      </p:sp>
      <p:sp>
        <p:nvSpPr>
          <p:cNvPr id="3" name="Rectangle 2"/>
          <p:cNvSpPr/>
          <p:nvPr/>
        </p:nvSpPr>
        <p:spPr>
          <a:xfrm>
            <a:off x="303212" y="1064132"/>
            <a:ext cx="11498644" cy="707886"/>
          </a:xfrm>
          <a:prstGeom prst="rect">
            <a:avLst/>
          </a:prstGeom>
        </p:spPr>
        <p:txBody>
          <a:bodyPr wrap="square">
            <a:spAutoFit/>
          </a:bodyPr>
          <a:lstStyle/>
          <a:p>
            <a:r>
              <a:rPr lang="en-US" sz="2000" dirty="0"/>
              <a:t>Behave Framework would act as an initiator of REST request to NF to be tested. For NFs, the messages could be initiated from stubs simulated as SMF/AMF/UDR/SLF/BSF etc.</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4412" y="2133600"/>
            <a:ext cx="7315200" cy="38989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4902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0" y="2514600"/>
            <a:ext cx="6561138" cy="533400"/>
          </a:xfrm>
          <a:prstGeom prst="rect">
            <a:avLst/>
          </a:prstGeom>
        </p:spPr>
        <p:txBody>
          <a:bodyPr/>
          <a:lstStyle/>
          <a:p>
            <a:r>
              <a:rPr lang="en-US" sz="4400" dirty="0">
                <a:solidFill>
                  <a:schemeClr val="accent3">
                    <a:lumMod val="75000"/>
                  </a:schemeClr>
                </a:solidFill>
                <a:latin typeface="+mj-lt"/>
                <a:ea typeface="+mj-ea"/>
                <a:cs typeface="+mj-cs"/>
              </a:rPr>
              <a:t>Any</a:t>
            </a:r>
            <a:r>
              <a:rPr lang="en-US" sz="3200" dirty="0"/>
              <a:t> </a:t>
            </a:r>
            <a:r>
              <a:rPr lang="en-US" sz="4400" dirty="0">
                <a:solidFill>
                  <a:schemeClr val="accent3">
                    <a:lumMod val="75000"/>
                  </a:schemeClr>
                </a:solidFill>
                <a:latin typeface="+mj-lt"/>
                <a:ea typeface="+mj-ea"/>
                <a:cs typeface="+mj-cs"/>
              </a:rPr>
              <a:t>doubt</a:t>
            </a:r>
            <a:r>
              <a:rPr lang="en-US" sz="3200" dirty="0"/>
              <a:t> </a:t>
            </a:r>
            <a:r>
              <a:rPr lang="en-US" sz="4400" dirty="0">
                <a:solidFill>
                  <a:schemeClr val="accent3">
                    <a:lumMod val="75000"/>
                  </a:schemeClr>
                </a:solidFill>
                <a:latin typeface="+mj-lt"/>
                <a:ea typeface="+mj-ea"/>
                <a:cs typeface="+mj-cs"/>
              </a:rPr>
              <a:t>or</a:t>
            </a:r>
            <a:r>
              <a:rPr lang="en-US" sz="3200" dirty="0"/>
              <a:t> </a:t>
            </a:r>
            <a:r>
              <a:rPr lang="en-US" sz="4400" dirty="0">
                <a:solidFill>
                  <a:schemeClr val="accent3">
                    <a:lumMod val="75000"/>
                  </a:schemeClr>
                </a:solidFill>
                <a:latin typeface="+mj-lt"/>
                <a:ea typeface="+mj-ea"/>
                <a:cs typeface="+mj-cs"/>
              </a:rPr>
              <a:t>query?</a:t>
            </a:r>
          </a:p>
        </p:txBody>
      </p:sp>
    </p:spTree>
    <p:extLst>
      <p:ext uri="{BB962C8B-B14F-4D97-AF65-F5344CB8AC3E}">
        <p14:creationId xmlns:p14="http://schemas.microsoft.com/office/powerpoint/2010/main" val="1187516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472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Master-1">
  <a:themeElements>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Position 6">
      <a:srgbClr val="FFFFFF"/>
    </a:custClr>
    <a:custClr name="Highlight/hyperlink dark theme">
      <a:srgbClr val="FACD62"/>
    </a:custClr>
    <a:custClr name="Highlight/numbered list light theme">
      <a:srgbClr val="AE562C"/>
    </a:custClr>
    <a:custClr name="Hyperlink light theme (default)">
      <a:srgbClr val="2C5967"/>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Presentation27" id="{746244E0-6EB1-0D4E-88F1-D81E174A1EEA}" vid="{828C6828-937C-3643-A1E3-48C9D142DCA3}"/>
    </a:ext>
  </a:extLst>
</a:theme>
</file>

<file path=ppt/theme/theme2.xml><?xml version="1.0" encoding="utf-8"?>
<a:theme xmlns:a="http://schemas.openxmlformats.org/drawingml/2006/main" name="Theme1">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name="Theme1" id="{532B6560-0CE2-482D-BDDB-96FA4DE0CA80}" vid="{B7F07DB3-469A-43EC-925B-9C4242BD5F0D}"/>
    </a:ext>
  </a:ext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B7E59E82301DE42B6A80E3E3787188A" ma:contentTypeVersion="15" ma:contentTypeDescription="Create a new document." ma:contentTypeScope="" ma:versionID="8017084e0598e4f6d5ae403e996e8f50">
  <xsd:schema xmlns:xsd="http://www.w3.org/2001/XMLSchema" xmlns:xs="http://www.w3.org/2001/XMLSchema" xmlns:p="http://schemas.microsoft.com/office/2006/metadata/properties" xmlns:ns1="http://schemas.microsoft.com/sharepoint/v3" xmlns:ns2="f085ca05-1a56-417b-bcef-25b3bd9988f8" xmlns:ns3="3e334d84-4fac-48ba-9337-0efc719ce184" xmlns:ns4="7a7ab64f-14cc-47d9-aedb-e8806bc5baca" targetNamespace="http://schemas.microsoft.com/office/2006/metadata/properties" ma:root="true" ma:fieldsID="7dbcc73646af34cc627b279c34725ece" ns1:_="" ns2:_="" ns3:_="" ns4:_="">
    <xsd:import namespace="http://schemas.microsoft.com/sharepoint/v3"/>
    <xsd:import namespace="f085ca05-1a56-417b-bcef-25b3bd9988f8"/>
    <xsd:import namespace="3e334d84-4fac-48ba-9337-0efc719ce184"/>
    <xsd:import namespace="7a7ab64f-14cc-47d9-aedb-e8806bc5baca"/>
    <xsd:element name="properties">
      <xsd:complexType>
        <xsd:sequence>
          <xsd:element name="documentManagement">
            <xsd:complexType>
              <xsd:all>
                <xsd:element ref="ns2:IncludeInSearch" minOccurs="0"/>
                <xsd:element ref="ns3:MediaServiceMetadata" minOccurs="0"/>
                <xsd:element ref="ns3:MediaServiceFastMetadata" minOccurs="0"/>
                <xsd:element ref="ns3:MediaServiceSearchProperties" minOccurs="0"/>
                <xsd:element ref="ns1:_ip_UnifiedCompliancePolicyProperties" minOccurs="0"/>
                <xsd:element ref="ns1:_ip_UnifiedCompliancePolicyUIAction"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4: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85ca05-1a56-417b-bcef-25b3bd9988f8" elementFormDefault="qualified">
    <xsd:import namespace="http://schemas.microsoft.com/office/2006/documentManagement/types"/>
    <xsd:import namespace="http://schemas.microsoft.com/office/infopath/2007/PartnerControls"/>
    <xsd:element name="IncludeInSearch" ma:index="8" nillable="true" ma:displayName="IncludeInMyOracleSearch" ma:default="1" ma:internalName="IncludeInSearch" ma:readOnly="fals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3e334d84-4fac-48ba-9337-0efc719ce184"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b6b08d2-6182-4197-8221-8710a9404ced"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7ab64f-14cc-47d9-aedb-e8806bc5bac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7a67c49b-ce0e-4a35-bcba-1fb2a592f6fc}" ma:internalName="TaxCatchAll" ma:showField="CatchAllData" ma:web="7a7ab64f-14cc-47d9-aedb-e8806bc5ba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ncludeInSearch xmlns="f085ca05-1a56-417b-bcef-25b3bd9988f8">true</IncludeInSearch>
    <_ip_UnifiedCompliancePolicyProperties xmlns="http://schemas.microsoft.com/sharepoint/v3" xsi:nil="true"/>
    <TaxCatchAll xmlns="7a7ab64f-14cc-47d9-aedb-e8806bc5baca" xsi:nil="true"/>
    <lcf76f155ced4ddcb4097134ff3c332f xmlns="3e334d84-4fac-48ba-9337-0efc719ce184">
      <Terms xmlns="http://schemas.microsoft.com/office/infopath/2007/PartnerControls"/>
    </lcf76f155ced4ddcb4097134ff3c332f>
  </documentManagement>
</p:properties>
</file>

<file path=customXml/item4.xml><?xml version="1.0" encoding="utf-8"?>
<?mso-contentType ?>
<SharedContentType xmlns="Microsoft.SharePoint.Taxonomy.ContentTypeSync" SourceId="4b6b08d2-6182-4197-8221-8710a9404ced" ContentTypeId="0x0101" PreviousValue="false" LastSyncTimeStamp="2025-03-18T09:20:33.047Z"/>
</file>

<file path=customXml/itemProps1.xml><?xml version="1.0" encoding="utf-8"?>
<ds:datastoreItem xmlns:ds="http://schemas.openxmlformats.org/officeDocument/2006/customXml" ds:itemID="{18CE9CDF-6EC3-4F76-8D3A-F08F52CBA27B}">
  <ds:schemaRefs>
    <ds:schemaRef ds:uri="http://schemas.microsoft.com/sharepoint/v3/contenttype/forms"/>
  </ds:schemaRefs>
</ds:datastoreItem>
</file>

<file path=customXml/itemProps2.xml><?xml version="1.0" encoding="utf-8"?>
<ds:datastoreItem xmlns:ds="http://schemas.openxmlformats.org/officeDocument/2006/customXml" ds:itemID="{125C666C-7E90-468F-9B99-40560CA54CC1}"/>
</file>

<file path=customXml/itemProps3.xml><?xml version="1.0" encoding="utf-8"?>
<ds:datastoreItem xmlns:ds="http://schemas.openxmlformats.org/officeDocument/2006/customXml" ds:itemID="{50C67E04-D8F4-480C-9B4E-FC2C7769AE82}">
  <ds:schemaRefs>
    <ds:schemaRef ds:uri="http://schemas.microsoft.com/office/2006/metadata/properties"/>
    <ds:schemaRef ds:uri="http://schemas.microsoft.com/office/infopath/2007/PartnerControls"/>
    <ds:schemaRef ds:uri="http://schemas.microsoft.com/sharepoint/v3"/>
    <ds:schemaRef ds:uri="f085ca05-1a56-417b-bcef-25b3bd9988f8"/>
    <ds:schemaRef ds:uri="7a7ab64f-14cc-47d9-aedb-e8806bc5baca"/>
    <ds:schemaRef ds:uri="3e334d84-4fac-48ba-9337-0efc719ce184"/>
  </ds:schemaRefs>
</ds:datastoreItem>
</file>

<file path=customXml/itemProps4.xml><?xml version="1.0" encoding="utf-8"?>
<ds:datastoreItem xmlns:ds="http://schemas.openxmlformats.org/officeDocument/2006/customXml" ds:itemID="{5E7E77EC-F9C7-4C79-8C7B-59C36AB4DF01}">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Oracle_16x9_2014_521</Template>
  <TotalTime>72941</TotalTime>
  <Words>2714</Words>
  <Application>Microsoft Office PowerPoint</Application>
  <PresentationFormat>Custom</PresentationFormat>
  <Paragraphs>401</Paragraphs>
  <Slides>53</Slides>
  <Notes>2</Notes>
  <HiddenSlides>0</HiddenSlides>
  <MMClips>0</MMClips>
  <ScaleCrop>false</ScaleCrop>
  <HeadingPairs>
    <vt:vector size="4" baseType="variant">
      <vt:variant>
        <vt:lpstr>Theme</vt:lpstr>
      </vt:variant>
      <vt:variant>
        <vt:i4>2</vt:i4>
      </vt:variant>
      <vt:variant>
        <vt:lpstr>Slide Titles</vt:lpstr>
      </vt:variant>
      <vt:variant>
        <vt:i4>53</vt:i4>
      </vt:variant>
    </vt:vector>
  </HeadingPairs>
  <TitlesOfParts>
    <vt:vector size="55" baseType="lpstr">
      <vt:lpstr>Master-1</vt:lpstr>
      <vt:lpstr>Theme1</vt:lpstr>
      <vt:lpstr>Oracle Communications ATS</vt:lpstr>
      <vt:lpstr>Agenda</vt:lpstr>
      <vt:lpstr>What is ATS?</vt:lpstr>
      <vt:lpstr>Requirements</vt:lpstr>
      <vt:lpstr>5G-ATS Deployment Mechanism</vt:lpstr>
      <vt:lpstr>Architecture Overview</vt:lpstr>
      <vt:lpstr>Supported Functions</vt:lpstr>
      <vt:lpstr>Installation of ATS package </vt:lpstr>
      <vt:lpstr>Installation of ATS </vt:lpstr>
      <vt:lpstr>PowerPoint Presentation</vt:lpstr>
      <vt:lpstr>PowerPoint Presentation</vt:lpstr>
      <vt:lpstr>Installation of ocstub </vt:lpstr>
      <vt:lpstr>PowerPoint Presentation</vt:lpstr>
      <vt:lpstr>Installation of ocdns-bind</vt:lpstr>
      <vt:lpstr>Installation of ocamf</vt:lpstr>
      <vt:lpstr>PowerPoint Presentation</vt:lpstr>
      <vt:lpstr> How ATS functions?</vt:lpstr>
      <vt:lpstr> Oracle Communications Automated Test Suite – OC ATS</vt:lpstr>
      <vt:lpstr>Automated Test Suite Overview</vt:lpstr>
      <vt:lpstr>NF-ATS Transaction</vt:lpstr>
      <vt:lpstr>ATS Functions</vt:lpstr>
      <vt:lpstr>ATS - CURL API Commands to trigger tests</vt:lpstr>
      <vt:lpstr>Jenkins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NF Pipelines</vt:lpstr>
      <vt:lpstr>Documentation Links</vt:lpstr>
      <vt:lpstr>PowerPoint Presentation</vt:lpstr>
      <vt:lpstr>Detailed Explanation of Test Cases</vt:lpstr>
      <vt:lpstr>Schedule a Run</vt:lpstr>
      <vt:lpstr>PowerPoint Presentation</vt:lpstr>
      <vt:lpstr>Feature File</vt:lpstr>
      <vt:lpstr>PowerPoint Presentation</vt:lpstr>
      <vt:lpstr>PowerPoint Presentation</vt:lpstr>
      <vt:lpstr>PowerPoint Presentation</vt:lpstr>
      <vt:lpstr>PowerPoint Presentation</vt:lpstr>
      <vt:lpstr>PowerPoint Presentation</vt:lpstr>
      <vt:lpstr>Data File</vt:lpstr>
      <vt:lpstr>How to login in ATS Pod?</vt:lpstr>
      <vt:lpstr>PowerPoint Presentation</vt:lpstr>
      <vt:lpstr>PowerPoint Presentation</vt:lpstr>
      <vt:lpstr>PowerPoint Presentation</vt:lpstr>
      <vt:lpstr>Behave Framework</vt:lpstr>
      <vt:lpstr>PowerPoint Presentation</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PCF Deep Dive</dc:title>
  <dc:subject>Service Communication Proxy</dc:subject>
  <dc:creator>tarek assali</dc:creator>
  <cp:keywords>Oracle corporate Tagline</cp:keywords>
  <cp:lastModifiedBy>Radhika Sheladia</cp:lastModifiedBy>
  <cp:revision>1836</cp:revision>
  <cp:lastPrinted>2018-04-30T13:38:43Z</cp:lastPrinted>
  <dcterms:created xsi:type="dcterms:W3CDTF">2014-06-02T22:48:03Z</dcterms:created>
  <dcterms:modified xsi:type="dcterms:W3CDTF">2025-07-09T13:35:53Z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y fmtid="{D5CDD505-2E9C-101B-9397-08002B2CF9AE}" pid="5" name="ContentTypeId">
    <vt:lpwstr>0x010100AB7E59E82301DE42B6A80E3E3787188A</vt:lpwstr>
  </property>
  <property fmtid="{D5CDD505-2E9C-101B-9397-08002B2CF9AE}" pid="6" name="MSIP_Label_a4de43ec-192a-49eb-8e54-baeb8c71bbbe_Enabled">
    <vt:lpwstr>true</vt:lpwstr>
  </property>
  <property fmtid="{D5CDD505-2E9C-101B-9397-08002B2CF9AE}" pid="7" name="MSIP_Label_a4de43ec-192a-49eb-8e54-baeb8c71bbbe_SetDate">
    <vt:lpwstr>2025-07-09T13:35:52Z</vt:lpwstr>
  </property>
  <property fmtid="{D5CDD505-2E9C-101B-9397-08002B2CF9AE}" pid="8" name="MSIP_Label_a4de43ec-192a-49eb-8e54-baeb8c71bbbe_Method">
    <vt:lpwstr>Standard</vt:lpwstr>
  </property>
  <property fmtid="{D5CDD505-2E9C-101B-9397-08002B2CF9AE}" pid="9" name="MSIP_Label_a4de43ec-192a-49eb-8e54-baeb8c71bbbe_Name">
    <vt:lpwstr>Confidential – Oracle Internal</vt:lpwstr>
  </property>
  <property fmtid="{D5CDD505-2E9C-101B-9397-08002B2CF9AE}" pid="10" name="MSIP_Label_a4de43ec-192a-49eb-8e54-baeb8c71bbbe_SiteId">
    <vt:lpwstr>4e2c6054-71cb-48f1-bd6c-3a9705aca71b</vt:lpwstr>
  </property>
  <property fmtid="{D5CDD505-2E9C-101B-9397-08002B2CF9AE}" pid="11" name="MSIP_Label_a4de43ec-192a-49eb-8e54-baeb8c71bbbe_ActionId">
    <vt:lpwstr>888b4933-84bb-4efe-8bee-16bc6f98a4aa</vt:lpwstr>
  </property>
  <property fmtid="{D5CDD505-2E9C-101B-9397-08002B2CF9AE}" pid="12" name="MSIP_Label_a4de43ec-192a-49eb-8e54-baeb8c71bbbe_ContentBits">
    <vt:lpwstr>2</vt:lpwstr>
  </property>
  <property fmtid="{D5CDD505-2E9C-101B-9397-08002B2CF9AE}" pid="13" name="MSIP_Label_a4de43ec-192a-49eb-8e54-baeb8c71bbbe_Tag">
    <vt:lpwstr>10, 3, 0, 2</vt:lpwstr>
  </property>
  <property fmtid="{D5CDD505-2E9C-101B-9397-08002B2CF9AE}" pid="14" name="ClassificationContentMarkingFooterLocations">
    <vt:lpwstr>Master-1:3\Theme1:13</vt:lpwstr>
  </property>
  <property fmtid="{D5CDD505-2E9C-101B-9397-08002B2CF9AE}" pid="15" name="ClassificationContentMarkingFooterText">
    <vt:lpwstr>Confidential – Oracle Internal</vt:lpwstr>
  </property>
  <property fmtid="{D5CDD505-2E9C-101B-9397-08002B2CF9AE}" pid="16" name="MediaServiceImageTags">
    <vt:lpwstr/>
  </property>
</Properties>
</file>